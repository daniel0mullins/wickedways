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One line: Wicked Ways is a co-op horror RPG, and the unusual promise is that it is the same game on every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game in one minute: co-op horror, a Game Master, turns. Three stats protect each other in a circle — the house does not have to kill you, it wears the guard down first. Afflictions stick until shaken off. Darkness and keys make every room 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gamer has felt it: the app plays an edge case one way, the rulebook says another, the tutorial teaches a fake, the port is its own thing. Four slightly different games wearing one box 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version — browser, desktop, online, the physical board — is a window onto the same rules brain. Not copies of the rules: THE rules,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attack opens with a d20 to-hit: natural 20 crits for x1.5, natural 1 stumbles into self-damage, 2-5 miss. On the physical table you roll your own die and the game accepts your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everything goes through one brain and into one ledger, these are simply true: perfect saves, exact replays, no cheating.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can write a forum post, you can write a haunted house. No secret editor; broken mods refuse to load; the ambition is DOOM-grade moddability.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physical board is the current frontier and already runs as a simulator — it is just another window. After it: VR, voice, Discord seats, spectator views. None change the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four almost-identical games — one, with many tables. Your dice count, your saves are safe, your mods are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2208276"/>
            <a:ext cx="0" cy="1312164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18250" y="3114959"/>
            <a:ext cx="1934310" cy="405481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052560" y="3114959"/>
            <a:ext cx="1934310" cy="405481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7118250" y="3520440"/>
            <a:ext cx="1934310" cy="405481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3520440"/>
            <a:ext cx="1934310" cy="405481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4474" y="2832354"/>
            <a:ext cx="1376172" cy="1376172"/>
          </a:xfrm>
          <a:prstGeom prst="ellipse">
            <a:avLst/>
          </a:prstGeom>
          <a:solidFill>
            <a:srgbClr val="8E2F2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4474" y="2832354"/>
            <a:ext cx="1376172" cy="1376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game's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brain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802929" y="1958645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0" name="Image 0" descr="/tmp/claude-0/-home-user-WickedWays/bfe20d4f-91dd-58c9-a5c6-92b3d7767e5d/scratchpad/decks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2752" y="2078468"/>
            <a:ext cx="259616" cy="2596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0" y="1592885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browser</a:t>
            </a:r>
            <a:endParaRPr lang="en-US" sz="770" dirty="0"/>
          </a:p>
        </p:txBody>
      </p:sp>
      <p:sp>
        <p:nvSpPr>
          <p:cNvPr id="12" name="Shape 9"/>
          <p:cNvSpPr/>
          <p:nvPr/>
        </p:nvSpPr>
        <p:spPr>
          <a:xfrm>
            <a:off x="6868619" y="2865328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3" name="Image 1" descr="/tmp/claude-0/-home-user-WickedWays/bfe20d4f-91dd-58c9-a5c6-92b3d7767e5d/scratchpad/decks/icons/harddr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441" y="2985151"/>
            <a:ext cx="259616" cy="259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12410" y="2499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770" dirty="0"/>
          </a:p>
        </p:txBody>
      </p:sp>
      <p:sp>
        <p:nvSpPr>
          <p:cNvPr id="15" name="Shape 11"/>
          <p:cNvSpPr/>
          <p:nvPr/>
        </p:nvSpPr>
        <p:spPr>
          <a:xfrm>
            <a:off x="10737239" y="2865328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7062" y="2985151"/>
            <a:ext cx="259616" cy="259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81030" y="2499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with friends</a:t>
            </a:r>
            <a:endParaRPr lang="en-US" sz="770" dirty="0"/>
          </a:p>
        </p:txBody>
      </p:sp>
      <p:sp>
        <p:nvSpPr>
          <p:cNvPr id="18" name="Shape 13"/>
          <p:cNvSpPr/>
          <p:nvPr/>
        </p:nvSpPr>
        <p:spPr>
          <a:xfrm>
            <a:off x="6868619" y="3676290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9" name="Image 3" descr="/tmp/claude-0/-home-user-WickedWays/bfe20d4f-91dd-58c9-a5c6-92b3d7767e5d/scratchpad/decks/icons/gho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441" y="3796113"/>
            <a:ext cx="259616" cy="2596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12410" y="4221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VR &amp; voice</a:t>
            </a:r>
            <a:endParaRPr lang="en-US" sz="770" dirty="0"/>
          </a:p>
        </p:txBody>
      </p:sp>
      <p:sp>
        <p:nvSpPr>
          <p:cNvPr id="21" name="Shape 15"/>
          <p:cNvSpPr/>
          <p:nvPr/>
        </p:nvSpPr>
        <p:spPr>
          <a:xfrm>
            <a:off x="10737239" y="3676290"/>
            <a:ext cx="499262" cy="49926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2" name="Image 4" descr="/tmp/claude-0/-home-user-WickedWays/bfe20d4f-91dd-58c9-a5c6-92b3d7767e5d/scratchpad/decks/icons/cpu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7062" y="3796113"/>
            <a:ext cx="259616" cy="2596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81030" y="4221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board</a:t>
            </a:r>
            <a:endParaRPr lang="en-US" sz="770" dirty="0"/>
          </a:p>
        </p:txBody>
      </p:sp>
      <p:sp>
        <p:nvSpPr>
          <p:cNvPr id="24" name="Text 17"/>
          <p:cNvSpPr/>
          <p:nvPr/>
        </p:nvSpPr>
        <p:spPr>
          <a:xfrm>
            <a:off x="68580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WICKED WAYS · A CO-OP HORROR RPG · 7–10 MIN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85800" y="192024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Game,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Table</a:t>
            </a:r>
            <a:endParaRPr lang="en-US" sz="4800" dirty="0"/>
          </a:p>
        </p:txBody>
      </p:sp>
      <p:sp>
        <p:nvSpPr>
          <p:cNvPr id="26" name="Text 19"/>
          <p:cNvSpPr/>
          <p:nvPr/>
        </p:nvSpPr>
        <p:spPr>
          <a:xfrm>
            <a:off x="685800" y="4069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haunted house — browser, desktop,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online, or a real board with your own dice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party, a haunted house, three lives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663440" cy="4160520"/>
          </a:xfrm>
          <a:prstGeom prst="roundRect">
            <a:avLst>
              <a:gd name="adj" fmla="val 1538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190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STATS, GUARDING EACH OTHER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59152" y="2130552"/>
            <a:ext cx="1133856" cy="1133856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213055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24712" y="3913632"/>
            <a:ext cx="1133856" cy="1133856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391363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93592" y="3913632"/>
            <a:ext cx="1133856" cy="1133856"/>
          </a:xfrm>
          <a:prstGeom prst="ellipse">
            <a:avLst/>
          </a:prstGeom>
          <a:solidFill>
            <a:srgbClr val="2B234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391363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H="1">
            <a:off x="2011680" y="3136392"/>
            <a:ext cx="475488" cy="88696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76856" y="4480560"/>
            <a:ext cx="128016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3383280" y="3099816"/>
            <a:ext cx="484632" cy="877824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31520" y="50292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absorbs Health damage · Energy absorbs Sanity ·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absorbs Energy. Wear one down, and the house pushes.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0" y="1554480"/>
            <a:ext cx="6153912" cy="4160520"/>
          </a:xfrm>
          <a:prstGeom prst="roundRect">
            <a:avLst>
              <a:gd name="adj" fmla="val 1538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828800"/>
            <a:ext cx="5532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Afflictions stick —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Sanity is Panic (you can barely do anything but run); low Sanity is Fear (anything except run); zero Energy is Confusion — every action becomes a coin flip.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 is a decision —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attack or loot what you can't see. Some monsters see in the dark — and burn in the light. Someone carries the lantern.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treasures — </a:t>
            </a:r>
            <a:pPr indent="0" marL="0"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shipped campaign opens with a trembling caretaker handing you the cellar key before he vanishes. The way out is up in the attic, behind worse.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digital board game splits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64608" y="1600200"/>
            <a:ext cx="2468880" cy="640080"/>
          </a:xfrm>
          <a:prstGeom prst="roundRect">
            <a:avLst>
              <a:gd name="adj" fmla="val 10000"/>
            </a:avLst>
          </a:prstGeom>
          <a:solidFill>
            <a:srgbClr val="8E2F2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64608" y="1600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644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36850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edge cases its way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flipH="1">
            <a:off x="1851660" y="2240280"/>
            <a:ext cx="4247388" cy="868680"/>
          </a:xfrm>
          <a:prstGeom prst="line">
            <a:avLst/>
          </a:prstGeom>
          <a:noFill/>
          <a:ln w="19050">
            <a:solidFill>
              <a:srgbClr val="D0606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74136" y="31546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32644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tabletop version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65576" y="36850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rulebook's way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H="1">
            <a:off x="4677156" y="2240280"/>
            <a:ext cx="1421892" cy="868680"/>
          </a:xfrm>
          <a:prstGeom prst="line">
            <a:avLst/>
          </a:prstGeom>
          <a:noFill/>
          <a:ln w="19050">
            <a:solidFill>
              <a:srgbClr val="D0606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99632" y="31546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32644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tutorial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91072" y="36850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a simplified fake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99048" y="2240280"/>
            <a:ext cx="1403604" cy="868680"/>
          </a:xfrm>
          <a:prstGeom prst="line">
            <a:avLst/>
          </a:prstGeom>
          <a:noFill/>
          <a:ln w="19050">
            <a:solidFill>
              <a:srgbClr val="D0606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25128" y="31546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16568" y="32644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port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16568" y="36850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thing entirely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99048" y="2240280"/>
            <a:ext cx="4229100" cy="868680"/>
          </a:xfrm>
          <a:prstGeom prst="line">
            <a:avLst/>
          </a:prstGeom>
          <a:noFill/>
          <a:ln w="19050">
            <a:solidFill>
              <a:srgbClr val="D0606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22960" y="48463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box art — four slightly different games. You find the differences mid-argument, at the table.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5778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Wicked Ways refuses that: exactly one set of rules — and every way of playing is a window onto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brain, every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9048" y="1828800"/>
            <a:ext cx="0" cy="1874520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5748" y="3124061"/>
            <a:ext cx="2763300" cy="579259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6099048" y="3124061"/>
            <a:ext cx="2763300" cy="579259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3335748" y="3703320"/>
            <a:ext cx="2763300" cy="579259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9048" y="3703320"/>
            <a:ext cx="2763300" cy="579259"/>
          </a:xfrm>
          <a:prstGeom prst="line">
            <a:avLst/>
          </a:prstGeom>
          <a:noFill/>
          <a:ln w="19050">
            <a:solidFill>
              <a:srgbClr val="3A31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16068" y="2720340"/>
            <a:ext cx="1965960" cy="1965960"/>
          </a:xfrm>
          <a:prstGeom prst="ellipse">
            <a:avLst/>
          </a:prstGeom>
          <a:solidFill>
            <a:srgbClr val="8E2F2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16068" y="272034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game's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brain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42432" y="1472184"/>
            <a:ext cx="713232" cy="71323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2" name="Image 0" descr="/tmp/claude-0/-home-user-WickedWays/bfe20d4f-91dd-58c9-a5c6-92b3d7767e5d/scratchpad/decks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3608" y="1643360"/>
            <a:ext cx="370881" cy="37088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93208" y="11064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browser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979132" y="2767445"/>
            <a:ext cx="713232" cy="71323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5" name="Image 1" descr="/tmp/claude-0/-home-user-WickedWays/bfe20d4f-91dd-58c9-a5c6-92b3d7767e5d/scratchpad/decks/icons/harddr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307" y="2938621"/>
            <a:ext cx="370881" cy="37088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29908" y="2401685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505732" y="2767445"/>
            <a:ext cx="713232" cy="71323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8" name="Image 2" descr="/tmp/claude-0/-home-user-WickedWays/bfe20d4f-91dd-58c9-a5c6-92b3d7767e5d/scratchpad/deck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908" y="2938621"/>
            <a:ext cx="370881" cy="37088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56508" y="2401685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with friends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979132" y="3925963"/>
            <a:ext cx="713232" cy="71323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1" name="Image 3" descr="/tmp/claude-0/-home-user-WickedWays/bfe20d4f-91dd-58c9-a5c6-92b3d7767e5d/scratchpad/decks/icons/gho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307" y="4097138"/>
            <a:ext cx="370881" cy="3708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329908" y="4684915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VR &amp; voice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8505732" y="3925963"/>
            <a:ext cx="713232" cy="713232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4" name="Image 4" descr="/tmp/claude-0/-home-user-WickedWays/bfe20d4f-91dd-58c9-a5c6-92b3d7767e5d/scratchpad/decks/icons/cpu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6908" y="4097138"/>
            <a:ext cx="370881" cy="37088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56508" y="4684915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board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822960" y="58064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move goes to the brain; the brain resolves it and tells every window what happened.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nothing else it could play like.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dice are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178" cy="1737360"/>
          </a:xfrm>
          <a:prstGeom prst="roundRect">
            <a:avLst>
              <a:gd name="adj" fmla="val 3684"/>
            </a:avLst>
          </a:prstGeom>
          <a:solidFill>
            <a:srgbClr val="8E2F2F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hurt yourself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0138" y="1600200"/>
            <a:ext cx="2567178" cy="1737360"/>
          </a:xfrm>
          <a:prstGeom prst="roundRect">
            <a:avLst>
              <a:gd name="adj" fmla="val 368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138" y="173736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90138" y="251460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90138" y="283464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whiff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1636" y="1600200"/>
            <a:ext cx="2567178" cy="1737360"/>
          </a:xfrm>
          <a:prstGeom prst="roundRect">
            <a:avLst>
              <a:gd name="adj" fmla="val 3684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1636" y="173736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31636" y="251460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1636" y="283464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lands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3134" y="1600200"/>
            <a:ext cx="2567178" cy="1737360"/>
          </a:xfrm>
          <a:prstGeom prst="roundRect">
            <a:avLst>
              <a:gd name="adj" fmla="val 3684"/>
            </a:avLst>
          </a:prstGeom>
          <a:solidFill>
            <a:srgbClr val="2B2342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3134" y="1737360"/>
            <a:ext cx="2567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073134" y="251460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73134" y="2834640"/>
            <a:ext cx="256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 damage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1091672" cy="1234440"/>
          </a:xfrm>
          <a:prstGeom prst="roundRect">
            <a:avLst>
              <a:gd name="adj" fmla="val 5185"/>
            </a:avLst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4904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physical table you roll it yourself — your actual d20, for your attack or the monster's.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feel like rolling? "Roll for me," and the house rolls.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52578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way, the roll is written into the game's ledger — which makes the next slide possible.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 never lies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344" cy="3566160"/>
          </a:xfrm>
          <a:prstGeom prst="roundRect">
            <a:avLst>
              <a:gd name="adj" fmla="val 182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30908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shield_b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862" y="213677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Saves never break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8096" y="3657600"/>
            <a:ext cx="3075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save and the world is exactly where you left it — mid-turn, mid-panic, mid-anything.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7304" y="1645920"/>
            <a:ext cx="3514344" cy="3566160"/>
          </a:xfrm>
          <a:prstGeom prst="roundRect">
            <a:avLst>
              <a:gd name="adj" fmla="val 182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9572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refresh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526" y="213677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8472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 any session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56760" y="3657600"/>
            <a:ext cx="3075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 and every roll is in the ledger. Replay it and you get the identical session, to the last die. Settles arguments.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25968" y="1645920"/>
            <a:ext cx="3514344" cy="3566160"/>
          </a:xfrm>
          <a:prstGeom prst="roundRect">
            <a:avLst>
              <a:gd name="adj" fmla="val 1821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8236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190" y="2136770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7136" y="2880360"/>
            <a:ext cx="311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can cheat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45424" y="3657600"/>
            <a:ext cx="3075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host advantage, no edited client, no 'my screen said I hit.' Every move from every player passes through the same referee — the game itself.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CAMPAIGNS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your own nightmares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3931920"/>
          </a:xfrm>
          <a:prstGeom prst="roundRect">
            <a:avLst>
              <a:gd name="adj" fmla="val 1628"/>
            </a:avLst>
          </a:prstGeom>
          <a:solidFill>
            <a:srgbClr val="13101B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  The Cellar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"Cold air rises through the dark."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DOOR   Iron Door — needs: cellar key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   Caretaker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"Take the key. I am leaving now."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  Doom clock — ticks each round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3931920"/>
          </a:xfrm>
          <a:prstGeom prst="roundRect">
            <a:avLst>
              <a:gd name="adj" fmla="val 1628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828800"/>
            <a:ext cx="4983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campaign is a text file you can read.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 tools —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House, the shipped campaign, is written in exactly the format yours would be.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mod can't hurt you —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to load with an error. It never gets far enough to touch a save. The worst a bad mod can be is boring.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ambition — </a:t>
            </a:r>
            <a:pPr indent="0" marL="0">
              <a:buNone/>
            </a:pPr>
            <a:r>
              <a:rPr lang="en-US" sz="130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moddable as DOOM: the game people are still making levels for, thirty years 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board — and every table after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356616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7325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6" name="Image 0" descr="/tmp/claude-0/-home-user-WickedWays/bfe20d4f-91dd-58c9-a5c6-92b3d7767e5d/scratchpad/decks/icons/cpu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279" y="2136770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physical board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" y="3611880"/>
            <a:ext cx="21282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E-ink tiles that repaint as you explore, pieces the board recognizes (contactless-card tap-tech), player dashboards, real dice. Already playable as an on-screen simulator.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0138" y="1645920"/>
            <a:ext cx="2567178" cy="356616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8823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1" name="Image 1" descr="/tmp/claude-0/-home-user-WickedWays/bfe20d4f-91dd-58c9-a5c6-92b3d7767e5d/scratchpad/decks/icons/ghos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77" y="2136770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1306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 / AR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09594" y="3611880"/>
            <a:ext cx="21282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 around you — or ghost-light rising off the real tiles through your phone.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1636" y="1645920"/>
            <a:ext cx="2567178" cy="356616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40321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16" name="Image 2" descr="/tmp/claude-0/-home-user-WickedWays/bfe20d4f-91dd-58c9-a5c6-92b3d7767e5d/scratchpad/decks/icons/zap_b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275" y="2136770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2804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51092" y="3611880"/>
            <a:ext cx="21282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of spoken commands. "You hear scratching at the cellar door" was born for it.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73134" y="1645920"/>
            <a:ext cx="2567178" cy="3566160"/>
          </a:xfrm>
          <a:prstGeom prst="roundRect">
            <a:avLst>
              <a:gd name="adj" fmla="val 2493"/>
            </a:avLst>
          </a:prstGeom>
          <a:solidFill>
            <a:srgbClr val="221C3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981819" y="1956816"/>
            <a:ext cx="749808" cy="749808"/>
          </a:xfrm>
          <a:prstGeom prst="ellipse">
            <a:avLst/>
          </a:prstGeom>
          <a:solidFill>
            <a:srgbClr val="2B2342"/>
          </a:solidFill>
          <a:ln w="9525">
            <a:solidFill>
              <a:srgbClr val="3A3152"/>
            </a:solidFill>
            <a:prstDash val="solid"/>
          </a:ln>
        </p:spPr>
      </p:sp>
      <p:pic>
        <p:nvPicPr>
          <p:cNvPr id="21" name="Image 3" descr="/tmp/claude-0/-home-user-WickedWays/bfe20d4f-91dd-58c9-a5c6-92b3d7767e5d/scratchpad/decks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773" y="2136770"/>
            <a:ext cx="389900" cy="389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4302" y="2880360"/>
            <a:ext cx="21648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Discord &amp; spectators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92590" y="3611880"/>
            <a:ext cx="21282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 that holds a seat for your group; spectator views for streams. Windows without pixels of their own.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22960" y="55778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9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can show you the house and take your command can be a table. The game doesn't care what it's played 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011680" y="137160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17132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926080" y="1920240"/>
            <a:ext cx="3172968" cy="731520"/>
          </a:xfrm>
          <a:prstGeom prst="line">
            <a:avLst/>
          </a:prstGeom>
          <a:noFill/>
          <a:ln w="15875">
            <a:solidFill>
              <a:srgbClr val="3A315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206240" y="137160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17132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tabletop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120640" y="1920240"/>
            <a:ext cx="978408" cy="731520"/>
          </a:xfrm>
          <a:prstGeom prst="line">
            <a:avLst/>
          </a:prstGeom>
          <a:noFill/>
          <a:ln w="15875">
            <a:solidFill>
              <a:srgbClr val="3A315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0" y="137160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17132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tutorial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 flipH="1">
            <a:off x="6099048" y="1920240"/>
            <a:ext cx="1216152" cy="731520"/>
          </a:xfrm>
          <a:prstGeom prst="line">
            <a:avLst/>
          </a:prstGeom>
          <a:noFill/>
          <a:ln w="15875">
            <a:solidFill>
              <a:srgbClr val="3A315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95360" y="1371600"/>
            <a:ext cx="1828800" cy="502920"/>
          </a:xfrm>
          <a:prstGeom prst="roundRect">
            <a:avLst>
              <a:gd name="adj" fmla="val 12727"/>
            </a:avLst>
          </a:prstGeom>
          <a:solidFill>
            <a:srgbClr val="171321"/>
          </a:solidFill>
          <a:ln w="9525">
            <a:solidFill>
              <a:srgbClr val="3A31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flipH="1">
            <a:off x="6099048" y="1920240"/>
            <a:ext cx="3410712" cy="731520"/>
          </a:xfrm>
          <a:prstGeom prst="line">
            <a:avLst/>
          </a:prstGeom>
          <a:noFill/>
          <a:ln w="15875">
            <a:solidFill>
              <a:srgbClr val="3A315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27448" y="2743200"/>
            <a:ext cx="2743200" cy="731520"/>
          </a:xfrm>
          <a:prstGeom prst="roundRect">
            <a:avLst>
              <a:gd name="adj" fmla="val 8750"/>
            </a:avLst>
          </a:prstGeom>
          <a:solidFill>
            <a:srgbClr val="8E2F2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E9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game. Every table. Bring your own dice.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github.com/daniel0mullins/WickedWays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Game, Every Table — lightning talk</dc:title>
  <dc:subject>PptxGenJS Presentation</dc:subject>
  <dc:creator>Wicked Ways</dc:creator>
  <cp:lastModifiedBy>Wicked Ways</cp:lastModifiedBy>
  <cp:revision>1</cp:revision>
  <dcterms:created xsi:type="dcterms:W3CDTF">2026-08-04T18:46:17Z</dcterms:created>
  <dcterms:modified xsi:type="dcterms:W3CDTF">2026-08-04T18:46:17Z</dcterms:modified>
</cp:coreProperties>
</file>