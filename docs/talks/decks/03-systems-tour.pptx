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of setup: the rules exist in exactly one place — wickedways-core — with every surface a projection. This talk walks the pipeline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workspace at a glance. Only core knows the rules; everything else compiles, assembles, transports, hosts, bridges, or renders. Desktop is deliberately workspace-excluded so its GTK/WebKit linkage never touches the workspace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campaign is authored in TOML with behavior bodies in a small expression/statement language (guard, when, set state.x, emit cue, emit adjustStat). wickedways-author compiles to description + catalog; wickedways-assemble folds in a seated party and emits genesis. Ids are derived from names, never 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~24k lines, no_std-capable. Health mitigated by Sanity, Sanity by Energy, Energy by Health — a full mitigator absorbs everything, a depleted one doubles damage. Mechanics interlock through shared state, which is exactly why they must not be re-implemented per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extensible family: a trait, a native key→static-dyn registry, a scripted fallback from the catalog. Effects are a closed union applied through clamping appliers. Guardrails A/B/D are walls; C (balance) is advisory — label it honestly and get the laugh.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Multiplayer is a command log with a single resolver. Coordinator submits; authority authorizes, applies, diffs a delta, appends, returns. Gaps heal via entriesSince; late joiners hydrate from checkpoint + tail. Single-player vs multiplayer is two flags and a transport — there is no multiplayer mode in the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is a subscriber, never a participant — cues carry pre-resolved sounds; the visibility cue drives reveal/conceal while the data model stays intact. The controller has --dry-run: the whole engine→bridge→codec path with no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golden gates under plain cargo test — 256 fixture files. Goldens are regression pins of the engine's own output. The corpus was strong enough to serve as the oracle for a complete rewrite in Rust; then the TypeScript tree was deleted.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in half a minute: three decisions, compounding. Put the rules in one deterministic core; make every boundary a closed vocabulary; pin observable behavior in goldens.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2170786"/>
            <a:ext cx="0" cy="1349654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45864" y="3103374"/>
            <a:ext cx="1989576" cy="417066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235440" y="3103374"/>
            <a:ext cx="1989576" cy="417066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7245864" y="3520440"/>
            <a:ext cx="1989576" cy="417066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0" y="3520440"/>
            <a:ext cx="1989576" cy="417066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27694" y="2812694"/>
            <a:ext cx="1415491" cy="1415491"/>
          </a:xfrm>
          <a:prstGeom prst="ellipse">
            <a:avLst/>
          </a:prstGeom>
          <a:solidFill>
            <a:srgbClr val="8E2F2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27694" y="3283428"/>
            <a:ext cx="1415491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wickedways-core</a:t>
            </a:r>
            <a:endParaRPr lang="en-US" sz="864" dirty="0"/>
          </a:p>
        </p:txBody>
      </p:sp>
      <p:sp>
        <p:nvSpPr>
          <p:cNvPr id="9" name="Text 7"/>
          <p:cNvSpPr/>
          <p:nvPr/>
        </p:nvSpPr>
        <p:spPr>
          <a:xfrm>
            <a:off x="8344814" y="3533607"/>
            <a:ext cx="1781251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4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~24k lines · no_std Rust</a:t>
            </a:r>
            <a:endParaRPr lang="en-US" sz="684" dirty="0"/>
          </a:p>
        </p:txBody>
      </p:sp>
      <p:sp>
        <p:nvSpPr>
          <p:cNvPr id="10" name="Shape 8"/>
          <p:cNvSpPr/>
          <p:nvPr/>
        </p:nvSpPr>
        <p:spPr>
          <a:xfrm>
            <a:off x="8978676" y="1914022"/>
            <a:ext cx="513527" cy="513527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0" descr="/tmp/claude-0/-home-user-WickedWays/bfe20d4f-91dd-58c9-a5c6-92b3d7767e5d/scratchpad/decks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1923" y="2037269"/>
            <a:ext cx="267034" cy="26703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66760" y="154826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(wasm)</a:t>
            </a:r>
            <a:endParaRPr lang="en-US" sz="792" dirty="0"/>
          </a:p>
        </p:txBody>
      </p:sp>
      <p:sp>
        <p:nvSpPr>
          <p:cNvPr id="13" name="Shape 10"/>
          <p:cNvSpPr/>
          <p:nvPr/>
        </p:nvSpPr>
        <p:spPr>
          <a:xfrm>
            <a:off x="6989100" y="2846610"/>
            <a:ext cx="513527" cy="513527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4" name="Image 1" descr="/tmp/claude-0/-home-user-WickedWays/bfe20d4f-91dd-58c9-a5c6-92b3d7767e5d/scratchpad/decks/icons/harddr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347" y="2969857"/>
            <a:ext cx="267034" cy="2670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77184" y="248085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shell</a:t>
            </a:r>
            <a:endParaRPr lang="en-US" sz="792" dirty="0"/>
          </a:p>
        </p:txBody>
      </p:sp>
      <p:sp>
        <p:nvSpPr>
          <p:cNvPr id="16" name="Shape 12"/>
          <p:cNvSpPr/>
          <p:nvPr/>
        </p:nvSpPr>
        <p:spPr>
          <a:xfrm>
            <a:off x="10968253" y="2846610"/>
            <a:ext cx="513527" cy="513527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7" name="Image 2" descr="/tmp/claude-0/-home-user-WickedWays/bfe20d4f-91dd-58c9-a5c6-92b3d7767e5d/scratchpad/decks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499" y="2969857"/>
            <a:ext cx="267034" cy="2670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56336" y="248085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server</a:t>
            </a:r>
            <a:endParaRPr lang="en-US" sz="792" dirty="0"/>
          </a:p>
        </p:txBody>
      </p:sp>
      <p:sp>
        <p:nvSpPr>
          <p:cNvPr id="19" name="Shape 14"/>
          <p:cNvSpPr/>
          <p:nvPr/>
        </p:nvSpPr>
        <p:spPr>
          <a:xfrm>
            <a:off x="6989100" y="3680743"/>
            <a:ext cx="513527" cy="513527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0" name="Image 3" descr="/tmp/claude-0/-home-user-WickedWays/bfe20d4f-91dd-58c9-a5c6-92b3d7767e5d/scratchpad/decks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347" y="3803989"/>
            <a:ext cx="267034" cy="2670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7184" y="423999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embedding</a:t>
            </a:r>
            <a:endParaRPr lang="en-US" sz="792" dirty="0"/>
          </a:p>
        </p:txBody>
      </p:sp>
      <p:sp>
        <p:nvSpPr>
          <p:cNvPr id="22" name="Shape 16"/>
          <p:cNvSpPr/>
          <p:nvPr/>
        </p:nvSpPr>
        <p:spPr>
          <a:xfrm>
            <a:off x="10968253" y="3680743"/>
            <a:ext cx="513527" cy="513527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3" name="Image 4" descr="/tmp/claude-0/-home-user-WickedWays/bfe20d4f-91dd-58c9-a5c6-92b3d7767e5d/scratchpad/decks/icons/cpu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499" y="3803989"/>
            <a:ext cx="267034" cy="26703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356336" y="423999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board</a:t>
            </a:r>
            <a:endParaRPr lang="en-US" sz="792" dirty="0"/>
          </a:p>
        </p:txBody>
      </p:sp>
      <p:sp>
        <p:nvSpPr>
          <p:cNvPr id="25" name="Text 18"/>
          <p:cNvSpPr/>
          <p:nvPr/>
        </p:nvSpPr>
        <p:spPr>
          <a:xfrm>
            <a:off x="68580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WICKED WAYS · SYSTEMS TOUR · 10–15 MIN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85800" y="19202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Faces</a:t>
            </a:r>
            <a:endParaRPr lang="en-US" sz="4800" dirty="0"/>
          </a:p>
        </p:txBody>
      </p:sp>
      <p:sp>
        <p:nvSpPr>
          <p:cNvPr id="27" name="Text 20"/>
          <p:cNvSpPr/>
          <p:nvPr/>
        </p:nvSpPr>
        <p:spPr>
          <a:xfrm>
            <a:off x="685800" y="4069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tour of the Wicked Ways architecture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68580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→ engine → extensions → sync → surfaces → the gates that pin it all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crates, one place for the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438912"/>
          </a:xfrm>
          <a:prstGeom prst="roundRect">
            <a:avLst>
              <a:gd name="adj" fmla="val 14583"/>
            </a:avLst>
          </a:prstGeom>
          <a:solidFill>
            <a:srgbClr val="8E2F2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wickedways-core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931920" y="148132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— world state, turn loop, combat, mechanics, ops DSL, sync · no_std-capable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11091672" cy="438912"/>
          </a:xfrm>
          <a:prstGeom prst="roundRect">
            <a:avLst>
              <a:gd name="adj" fmla="val 1458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933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wickedways-author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31920" y="199339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the TOML campaign format into a description + behavior catalog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11091672" cy="438912"/>
          </a:xfrm>
          <a:prstGeom prst="roundRect">
            <a:avLst>
              <a:gd name="adj" fmla="val 1458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054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wickedways-assemble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31920" y="250545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+ catalog + seated party → a genesis snapshot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11091672" cy="438912"/>
          </a:xfrm>
          <a:prstGeom prst="roundRect">
            <a:avLst>
              <a:gd name="adj" fmla="val 1458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175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wickedways-wasm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30175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 embedding boundary — only JSON strings cross the seam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11091672" cy="438912"/>
          </a:xfrm>
          <a:prstGeom prst="roundRect">
            <a:avLst>
              <a:gd name="adj" fmla="val 1458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2958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wickedways-transport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31920" y="35295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multiplayer wire protocol — serde only, engine-free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41648"/>
            <a:ext cx="11091672" cy="438912"/>
          </a:xfrm>
          <a:prstGeom prst="roundRect">
            <a:avLst>
              <a:gd name="adj" fmla="val 1458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04164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wickedways-server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931920" y="404164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axum room server — per-campaign table actors, seat auth, SQLite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53712"/>
            <a:ext cx="11091672" cy="438912"/>
          </a:xfrm>
          <a:prstGeom prst="roundRect">
            <a:avLst>
              <a:gd name="adj" fmla="val 1458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55371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wickedways-tabletop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931920" y="455371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↔ physical-board bridge — COBS-framed serial codec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65776"/>
            <a:ext cx="11091672" cy="438912"/>
          </a:xfrm>
          <a:prstGeom prst="roundRect">
            <a:avLst>
              <a:gd name="adj" fmla="val 1458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06577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wickedways-controller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931920" y="506577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controller for real e-ink / NFC hardware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577840"/>
            <a:ext cx="11091672" cy="438912"/>
          </a:xfrm>
          <a:prstGeom prst="roundRect">
            <a:avLst>
              <a:gd name="adj" fmla="val 1458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5778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wickedways-web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931920" y="55778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Dioxus web client — the shipped product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62636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desktop/ — a workspace-excluded native shell around wickedways-web.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 — THE CONTENT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TOML in, a playable world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95728" cy="1371600"/>
          </a:xfrm>
          <a:prstGeom prst="roundRect">
            <a:avLst>
              <a:gd name="adj" fmla="val 4667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901952"/>
            <a:ext cx="22494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campaign.toml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2542032"/>
            <a:ext cx="22494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· exits · mobs · NPCs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bodies in a small DSL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251460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281428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wwauthor compiles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47288" y="1828800"/>
            <a:ext cx="2395728" cy="1371600"/>
          </a:xfrm>
          <a:prstGeom prst="roundRect">
            <a:avLst>
              <a:gd name="adj" fmla="val 4667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901952"/>
            <a:ext cx="22494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 + catalog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20440" y="2542032"/>
            <a:ext cx="22494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declared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behavior registry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16168" y="251460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180076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+ seats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45936" y="1828800"/>
            <a:ext cx="2395728" cy="1371600"/>
          </a:xfrm>
          <a:prstGeom prst="roundRect">
            <a:avLst>
              <a:gd name="adj" fmla="val 4667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901952"/>
            <a:ext cx="22494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genesis.json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19088" y="2542032"/>
            <a:ext cx="22494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pre-begin snapshot,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seated and playable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14816" y="251460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078724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drives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44584" y="1828800"/>
            <a:ext cx="2395728" cy="1371600"/>
          </a:xfrm>
          <a:prstGeom prst="roundRect">
            <a:avLst>
              <a:gd name="adj" fmla="val 4667"/>
            </a:avLst>
          </a:prstGeom>
          <a:solidFill>
            <a:srgbClr val="8E2F2F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17736" y="1901952"/>
            <a:ext cx="22494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world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17736" y="2542032"/>
            <a:ext cx="22494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begin_campaign()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5408676" cy="2240280"/>
          </a:xfrm>
          <a:prstGeom prst="roundRect">
            <a:avLst>
              <a:gd name="adj" fmla="val 2857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8074" y="410565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4" name="Image 0" descr="/tmp/claude-0/-home-user-WickedWays/bfe20d4f-91dd-58c9-a5c6-92b3d7767e5d/scratchpad/decks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8028" y="4285610"/>
            <a:ext cx="389900" cy="3899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" y="5029200"/>
            <a:ext cx="50063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Ids derived, never generated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68096" y="5596128"/>
            <a:ext cx="49697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room:{name} · exit:{a}|{b} sorted · npc:{name}:item#{i} — no rand, no uuid; same inputs, byte-identical output.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31636" y="3794760"/>
            <a:ext cx="5408676" cy="2240280"/>
          </a:xfrm>
          <a:prstGeom prst="roundRect">
            <a:avLst>
              <a:gd name="adj" fmla="val 2857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61070" y="410565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9" name="Image 1" descr="/tmp/claude-0/-home-user-WickedWays/bfe20d4f-91dd-58c9-a5c6-92b3d7767e5d/scratchpad/decks/icons/ghos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024" y="4285610"/>
            <a:ext cx="389900" cy="3899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432804" y="5029200"/>
            <a:ext cx="50063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surface is complete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6451092" y="5596128"/>
            <a:ext cx="49697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House — 9 rooms, 13 exits, 3 mechanics, 3 keyed doors, an NPC — is ONE TOML file reproduced byte-for-byte.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22960" y="6199632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authoring format is not a toy beside the engine — it is how the shipped content is written.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2 — THE ENGINE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lifecycle-guarded state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754880" cy="4114800"/>
          </a:xfrm>
          <a:prstGeom prst="roundRect">
            <a:avLst>
              <a:gd name="adj" fmla="val 1556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19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 TRIANGLE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2103120"/>
            <a:ext cx="1097280" cy="1097280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3886200"/>
            <a:ext cx="1097280" cy="1097280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886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11880" y="3886200"/>
            <a:ext cx="1097280" cy="1097280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3886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H="1">
            <a:off x="2048256" y="3063240"/>
            <a:ext cx="457200" cy="77724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67712" y="4453128"/>
            <a:ext cx="1316736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3401568" y="3063240"/>
            <a:ext cx="512064" cy="79552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6012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by →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52852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(attack − armor) × (10 − mitigator) × 0.2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1554480"/>
            <a:ext cx="6062472" cy="4114800"/>
          </a:xfrm>
          <a:prstGeom prst="roundRect">
            <a:avLst>
              <a:gd name="adj" fmla="val 1556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828800"/>
            <a:ext cx="5440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budgets —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 PCs, 2 for mobs; budgeted actions tick it and auto-end the turn when spent.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are the contract —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moves throw ProceduralViolation; refusal is the API, not error handling.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world —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spanning-tree maps, darkness + light gates, roving encounters, crafting from a shared pool, durability, NPC dialogue, a party Codex.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Afflictions latch —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/ Panic / Fear / Confused gate which actions you may even attempt, with escalating shake-off rolls.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by discipline — </a:t>
            </a:r>
            <a:pPr indent="0" marL="0"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seeded RNG, no clock, no IO; no_std (alloc-only) build gated in CI.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9436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exists once — nothing outside this crate re-implements a scrap of it.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3 — THE EXTENSION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idiom, six families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2834640"/>
          </a:xfrm>
          <a:prstGeom prst="roundRect">
            <a:avLst>
              <a:gd name="adj" fmla="val 2258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007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RESOLUTION, NATIVE-FIRST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4480560" cy="621792"/>
          </a:xfrm>
          <a:prstGeom prst="roundRect">
            <a:avLst>
              <a:gd name="adj" fmla="val 10294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112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behavior_key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2377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string in the snapshot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2679192"/>
            <a:ext cx="0" cy="146304"/>
          </a:xfrm>
          <a:prstGeom prst="line">
            <a:avLst/>
          </a:prstGeom>
          <a:noFill/>
          <a:ln w="15875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2807208"/>
            <a:ext cx="4480560" cy="621792"/>
          </a:xfrm>
          <a:prstGeom prst="roundRect">
            <a:avLst>
              <a:gd name="adj" fmla="val 10294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862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registry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3127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&amp;'static dyn — compiled-in ops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3429000"/>
            <a:ext cx="0" cy="146304"/>
          </a:xfrm>
          <a:prstGeom prst="line">
            <a:avLst/>
          </a:prstGeom>
          <a:noFill/>
          <a:ln w="15875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3557016"/>
            <a:ext cx="4480560" cy="621792"/>
          </a:xfrm>
          <a:prstGeom prst="roundRect">
            <a:avLst>
              <a:gd name="adj" fmla="val 10294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 script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38770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TOML-authored, loop-free AST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key → ProceduralViolation at load, not at hour three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1554480"/>
            <a:ext cx="5650992" cy="2834640"/>
          </a:xfrm>
          <a:prstGeom prst="roundRect">
            <a:avLst>
              <a:gd name="adj" fmla="val 2258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700784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EFFECT UNION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2103120"/>
            <a:ext cx="704088" cy="347472"/>
          </a:xfrm>
          <a:prstGeom prst="roundRect">
            <a:avLst>
              <a:gd name="adj" fmla="val 31579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10312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96328" y="2103120"/>
            <a:ext cx="548640" cy="347472"/>
          </a:xfrm>
          <a:prstGeom prst="roundRect">
            <a:avLst>
              <a:gd name="adj" fmla="val 31579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6328" y="21031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82128" y="2103120"/>
            <a:ext cx="1014984" cy="347472"/>
          </a:xfrm>
          <a:prstGeom prst="roundRect">
            <a:avLst>
              <a:gd name="adj" fmla="val 31579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2128" y="2103120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adjustStat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34272" y="2103120"/>
            <a:ext cx="1248156" cy="347472"/>
          </a:xfrm>
          <a:prstGeom prst="roundRect">
            <a:avLst>
              <a:gd name="adj" fmla="val 31579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34272" y="2103120"/>
            <a:ext cx="1248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grantImmunity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2542032"/>
            <a:ext cx="470916" cy="347472"/>
          </a:xfrm>
          <a:prstGeom prst="roundRect">
            <a:avLst>
              <a:gd name="adj" fmla="val 31579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542032"/>
            <a:ext cx="4709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63156" y="2542032"/>
            <a:ext cx="704088" cy="347472"/>
          </a:xfrm>
          <a:prstGeom prst="roundRect">
            <a:avLst>
              <a:gd name="adj" fmla="val 31579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3156" y="2542032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04404" y="2542032"/>
            <a:ext cx="859536" cy="347472"/>
          </a:xfrm>
          <a:prstGeom prst="roundRect">
            <a:avLst>
              <a:gd name="adj" fmla="val 31579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04404" y="2542032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giveItem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01100" y="2542032"/>
            <a:ext cx="1014984" cy="347472"/>
          </a:xfrm>
          <a:prstGeom prst="roundRect">
            <a:avLst>
              <a:gd name="adj" fmla="val 31579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01100" y="2542032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setVisible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30175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Integrity —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clamped appliers behind unforgeable seams; no raw setters.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Determinism —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view projection; rng injected.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Termination —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collect-then-apply; 64-effect cap; no re-entrancy.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Balance — </a:t>
            </a:r>
            <a:pPr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advisory. Three walls, one sign.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58368" y="4754880"/>
            <a:ext cx="1014984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475488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MechanicOp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37944" y="4754880"/>
            <a:ext cx="1170432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37944" y="475488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ExitBehavior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172968" y="4754880"/>
            <a:ext cx="1248156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72968" y="4754880"/>
            <a:ext cx="12481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SceneBehavior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85716" y="4754880"/>
            <a:ext cx="1481328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85716" y="47548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VictoryCondition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31636" y="4754880"/>
            <a:ext cx="1170432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1636" y="475488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ItemBehavior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566660" y="4754880"/>
            <a:ext cx="1559052" cy="402336"/>
          </a:xfrm>
          <a:prstGeom prst="roundRect">
            <a:avLst>
              <a:gd name="adj" fmla="val 27273"/>
            </a:avLst>
          </a:prstGeom>
          <a:solidFill>
            <a:srgbClr val="2B2342"/>
          </a:solidFill>
          <a:ln w="6350">
            <a:solidFill>
              <a:srgbClr val="3A315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66660" y="4754880"/>
            <a:ext cx="15590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FormationBehavior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22960" y="53492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families, one pattern — a doom clock, a keyed door, a dialogue hand-off, and a damage cap are all data riding the same rails. Serialization stores { key, state }; behavior re-binds on load.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4 — SYNC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authority, every topology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52574" cy="868680"/>
          </a:xfrm>
          <a:prstGeom prst="roundRect">
            <a:avLst>
              <a:gd name="adj" fmla="val 7368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00200"/>
            <a:ext cx="17062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74366" y="2034540"/>
            <a:ext cx="31089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58414" y="1600200"/>
            <a:ext cx="1852574" cy="868680"/>
          </a:xfrm>
          <a:prstGeom prst="roundRect">
            <a:avLst>
              <a:gd name="adj" fmla="val 7368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31566" y="1600200"/>
            <a:ext cx="17062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84141" y="2034540"/>
            <a:ext cx="31089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68189" y="1600200"/>
            <a:ext cx="1852574" cy="868680"/>
          </a:xfrm>
          <a:prstGeom prst="roundRect">
            <a:avLst>
              <a:gd name="adj" fmla="val 7368"/>
            </a:avLst>
          </a:prstGeom>
          <a:solidFill>
            <a:srgbClr val="8E2F2F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1341" y="1673352"/>
            <a:ext cx="170627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41341" y="2051914"/>
            <a:ext cx="170627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engine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93915" y="2034540"/>
            <a:ext cx="31089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77963" y="1600200"/>
            <a:ext cx="1852574" cy="868680"/>
          </a:xfrm>
          <a:prstGeom prst="roundRect">
            <a:avLst>
              <a:gd name="adj" fmla="val 7368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1115" y="1600200"/>
            <a:ext cx="17062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 diff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03690" y="2034540"/>
            <a:ext cx="31089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87738" y="1600200"/>
            <a:ext cx="1852574" cy="868680"/>
          </a:xfrm>
          <a:prstGeom prst="roundRect">
            <a:avLst>
              <a:gd name="adj" fmla="val 7368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60890" y="1673352"/>
            <a:ext cx="170627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 log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60890" y="2051914"/>
            <a:ext cx="170627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seq, delta 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8803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apply deltas via the DeltaApplier — it patches state and NEVER runs game logic or draws RNG.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is not tested into existence; it is true by construction. No optimistic mutation, no rollback, no CAS.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5408676" cy="1600200"/>
          </a:xfrm>
          <a:prstGeom prst="roundRect">
            <a:avLst>
              <a:gd name="adj" fmla="val 4000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233672"/>
            <a:ext cx="50063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Single-player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8096" y="4736592"/>
            <a:ext cx="49697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Authority behind an InProcessTransport, with solo on — the engine itself drives turn wrap, afflictions, mob reactions.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31636" y="3977640"/>
            <a:ext cx="5408676" cy="1600200"/>
          </a:xfrm>
          <a:prstGeom prst="roundRect">
            <a:avLst>
              <a:gd name="adj" fmla="val 4000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2804" y="4233672"/>
            <a:ext cx="50063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Multiplayer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51092" y="4736592"/>
            <a:ext cx="49697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Authority hosted per campaign by an axum/tokio actor — submit → persist (SQLite) → ack, seat-ownership auth, manage_turns 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8978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boolean options and a transport choice. Reject ≠ fizzle: denials never commit; legal-but-ineffective actions propagate like any other.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5 — THE SURFACES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faces, zero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178" cy="365760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7325" y="191109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279" y="209105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3464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3520440"/>
            <a:ext cx="212826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 lines, ALL presentation — Dioxus → wasm, linking core as a plain rlib. A procedural audio layer (4 SFX categories + a sanity-reactive drone) built purely off the engine cue stream.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0138" y="1600200"/>
            <a:ext cx="2567178" cy="365760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8823" y="191109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harddr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77" y="209105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1306" y="283464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09594" y="3520440"/>
            <a:ext cx="212826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client crate in a dioxus-desktop webview shell. Workspace-excluded on purpose — GTK/WebKit never contaminates the gates. Ships .deb / .dmg / .msi via dx bundle.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1636" y="1600200"/>
            <a:ext cx="2567178" cy="365760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40321" y="191109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75" y="2091050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2804" y="283464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embedding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51092" y="3520440"/>
            <a:ext cx="212826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~260 lines. A stateful Authority handle for any JS host. Only JSON strings cross the seam — intent in; cues, view, snapshot out. No host ever holds a live engine object.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73134" y="1600200"/>
            <a:ext cx="2567178" cy="365760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81819" y="191109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1" name="Image 3" descr="/tmp/claude-0/-home-user-WickedWays/bfe20d4f-91dd-58c9-a5c6-92b3d7767e5d/scratchpad/decks/icons/cpu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773" y="2091050"/>
            <a:ext cx="389900" cy="389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4302" y="283464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board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92590" y="3520440"/>
            <a:ext cx="212826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~1.4k-line bridge + ~400-line controller. ViewModel → e-ink paint + piece placement; NFC events → engine commands, over COBS serial. Same bridge compiles to wasm for the on-screen simulator.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22960" y="56235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the cost of a face: bridge ~1,400 · controller ~400 · wasm seam ~260. The rules never changed.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6 — THE GATES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stays true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67178" cy="2148840"/>
          </a:xfrm>
          <a:prstGeom prst="roundRect">
            <a:avLst>
              <a:gd name="adj" fmla="val 2979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2880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" y="2331720"/>
            <a:ext cx="212826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TOML → description + catalog, canonical-JSON compare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0138" y="1572768"/>
            <a:ext cx="2567178" cy="2148840"/>
          </a:xfrm>
          <a:prstGeom prst="roundRect">
            <a:avLst>
              <a:gd name="adj" fmla="val 2979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1306" y="182880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09594" y="2331720"/>
            <a:ext cx="212826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+ seats → genesis; pre-begin goldens only — deliberately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1636" y="1572768"/>
            <a:ext cx="2567178" cy="2148840"/>
          </a:xfrm>
          <a:prstGeom prst="roundRect">
            <a:avLst>
              <a:gd name="adj" fmla="val 2979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2804" y="182880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51092" y="2331720"/>
            <a:ext cx="212826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committed recording, stepped intent-by-intent: result + snapshot + view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3134" y="1572768"/>
            <a:ext cx="2567178" cy="2148840"/>
          </a:xfrm>
          <a:prstGeom prst="roundRect">
            <a:avLst>
              <a:gd name="adj" fmla="val 2979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74302" y="182880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92590" y="2331720"/>
            <a:ext cx="212826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logs → { seq, delta } streams, byte-for-byte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361944" cy="777240"/>
          </a:xfrm>
          <a:prstGeom prst="roundRect">
            <a:avLst>
              <a:gd name="adj" fmla="val 823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069080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UPDATE_GOLDENS=1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83736" y="445770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13504" y="4069080"/>
            <a:ext cx="3361944" cy="777240"/>
          </a:xfrm>
          <a:prstGeom prst="roundRect">
            <a:avLst>
              <a:gd name="adj" fmla="val 823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6656" y="4069080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diff like code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48600" y="4457700"/>
            <a:ext cx="35661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78368" y="4069080"/>
            <a:ext cx="3361944" cy="777240"/>
          </a:xfrm>
          <a:prstGeom prst="roundRect">
            <a:avLst>
              <a:gd name="adj" fmla="val 823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51520" y="4069080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it with the change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50292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Regeneration is deterministic — a second run must produce a zero git diff. Never hand-edit a golden.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8E2F2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3212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receipt: this corpus carried the engine across a full TypeScript → Rust rewrite. The tests outlived the language.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decisions, compounding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651760"/>
          </a:xfrm>
          <a:prstGeom prst="roundRect">
            <a:avLst>
              <a:gd name="adj" fmla="val 241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deterministic core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RNG, no clock, no IO — the rules in exactly one place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737360"/>
            <a:ext cx="3566160" cy="2651760"/>
          </a:xfrm>
          <a:prstGeom prst="roundRect">
            <a:avLst>
              <a:gd name="adj" fmla="val 241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19659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53712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vocabularies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45152" y="3383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in, effects out, JSON seams — at every boundary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1737360"/>
            <a:ext cx="3566160" cy="2651760"/>
          </a:xfrm>
          <a:prstGeom prst="roundRect">
            <a:avLst>
              <a:gd name="adj" fmla="val 241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9659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375904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Goldens on everything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67344" y="3383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behavior pinned; changes are reviewable diffs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demo-worthy — the no-rollback multiplayer, the cheap ports, the physical board — is interest on those three.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github.com/daniel0mullins/WickedWays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Engine, Many Faces — systems tour</dc:title>
  <dc:subject>PptxGenJS Presentation</dc:subject>
  <dc:creator>Wicked Ways</dc:creator>
  <cp:lastModifiedBy>Wicked Ways</cp:lastModifiedBy>
  <cp:revision>1</cp:revision>
  <dcterms:created xsi:type="dcterms:W3CDTF">2026-08-04T17:37:33Z</dcterms:created>
  <dcterms:modified xsi:type="dcterms:W3CDTF">2026-08-04T17:37:33Z</dcterms:modified>
</cp:coreProperties>
</file>