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 ~34 minutes + 5 for questions. Seven acts: two game nights, the game, the referee, dice night, the board, mods, every table there will ever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tension. Name the dream, then promise the talk: the game, the referee, the dice, the board, the mods.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 the game properly — this act earns the crowd. Premise, the triangle, the pacing insight, darkness.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Afflictions stick until shaken off; the shake-off gets more generous over time. Fear and Panic are opposites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mechanics in the campaign: caretaker, cellar, attic, three endings. The crowd remembers characters, not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window talks to one rules brain. Walk the four player-terms wins, then land the solo=multiplayer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Crowd-pleaser act. Nat 20 crit x1.5, nat 1 stumble, 2-5 miss. What lands filters through armor and the guard 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part slowly — it is the trick. The real roll is recorded like every other event, so perfect memory survives real 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physical board piece by piece. Keep it concrete and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 audience the design idea: the puppet. It makes the simulator and the pre-hardware testing story obvious.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creator act opens with the file itself. Read a line or two out loud — the readability IS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usually gets applause. Say them plainly and pause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ambition and the honesty, together. Con crowds respect the honest gap more than the boast.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 audience the pattern — by now they can apply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prep is in the talk doc: board timing (simulator done, hardware prototyping), party size, no-code campaigns, mod safety, phone browser works today, why horror (the spiral is horror pacing as a mechanic).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2208276"/>
            <a:ext cx="0" cy="131216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18250" y="3114959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052560" y="3114959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118250" y="3520440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3520440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4474" y="2832354"/>
            <a:ext cx="1376172" cy="1376172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4474" y="2832354"/>
            <a:ext cx="1376172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game's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02929" y="1958645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0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52" y="2078468"/>
            <a:ext cx="259616" cy="2596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0" y="159288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770" dirty="0"/>
          </a:p>
        </p:txBody>
      </p:sp>
      <p:sp>
        <p:nvSpPr>
          <p:cNvPr id="12" name="Shape 9"/>
          <p:cNvSpPr/>
          <p:nvPr/>
        </p:nvSpPr>
        <p:spPr>
          <a:xfrm>
            <a:off x="6868619" y="2865328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3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441" y="2985151"/>
            <a:ext cx="259616" cy="259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12410" y="2499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770" dirty="0"/>
          </a:p>
        </p:txBody>
      </p:sp>
      <p:sp>
        <p:nvSpPr>
          <p:cNvPr id="15" name="Shape 11"/>
          <p:cNvSpPr/>
          <p:nvPr/>
        </p:nvSpPr>
        <p:spPr>
          <a:xfrm>
            <a:off x="10737239" y="2865328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062" y="2985151"/>
            <a:ext cx="259616" cy="259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81030" y="2499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with friends</a:t>
            </a:r>
            <a:endParaRPr lang="en-US" sz="770" dirty="0"/>
          </a:p>
        </p:txBody>
      </p:sp>
      <p:sp>
        <p:nvSpPr>
          <p:cNvPr id="18" name="Shape 13"/>
          <p:cNvSpPr/>
          <p:nvPr/>
        </p:nvSpPr>
        <p:spPr>
          <a:xfrm>
            <a:off x="6868619" y="3676290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9" name="Image 3" descr="/tmp/claude-0/-home-user-WickedWays/bfe20d4f-91dd-58c9-a5c6-92b3d7767e5d/scratchpad/decks/icons/gh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441" y="3796113"/>
            <a:ext cx="259616" cy="2596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12410" y="4221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VR &amp; voice</a:t>
            </a:r>
            <a:endParaRPr lang="en-US" sz="770" dirty="0"/>
          </a:p>
        </p:txBody>
      </p:sp>
      <p:sp>
        <p:nvSpPr>
          <p:cNvPr id="21" name="Shape 15"/>
          <p:cNvSpPr/>
          <p:nvPr/>
        </p:nvSpPr>
        <p:spPr>
          <a:xfrm>
            <a:off x="10737239" y="3676290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2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062" y="3796113"/>
            <a:ext cx="259616" cy="259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81030" y="4221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board</a:t>
            </a:r>
            <a:endParaRPr lang="en-US" sz="770" dirty="0"/>
          </a:p>
        </p:txBody>
      </p:sp>
      <p:sp>
        <p:nvSpPr>
          <p:cNvPr id="24" name="Text 17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WICKED WAYS · KEYNOTE · 30–40 MIN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85800" y="17373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Table</a:t>
            </a:r>
            <a:endParaRPr lang="en-US" sz="4800" dirty="0"/>
          </a:p>
        </p:txBody>
      </p:sp>
      <p:sp>
        <p:nvSpPr>
          <p:cNvPr id="26" name="Text 19"/>
          <p:cNvSpPr/>
          <p:nvPr/>
        </p:nvSpPr>
        <p:spPr>
          <a:xfrm>
            <a:off x="68580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haunted house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follows you anywhere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68580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acts · questions at the end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— TWO GAME NIGHTS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tension every hybrid gamer knows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NIGHT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thing: friends around a table, dice you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feel, a GM doing the voices.</a:t>
            </a:r>
            <a:endParaRPr lang="en-US" sz="1350" dirty="0"/>
          </a:p>
          <a:p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needs everyone in one room, one free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evening, and someone who knows the rules cold.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9632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— but the app plays an edge case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differently than the rulebook, the tutorial taught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 simplified fake, the console port is its own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thing… and somewhere in there the game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being one game.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8E2F2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dream: exactly one game — one set of rules, one memory, one referee — and every way of playing is a window onto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THE 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house wants all three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663440" cy="4023360"/>
          </a:xfrm>
          <a:prstGeom prst="roundRect">
            <a:avLst>
              <a:gd name="adj" fmla="val 159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55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SANITY · ENERGY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59152" y="217627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217627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712" y="395935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9593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93592" y="395935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39593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2011680" y="3182112"/>
            <a:ext cx="475488" cy="88696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76856" y="4526280"/>
            <a:ext cx="12801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3383280" y="3145536"/>
            <a:ext cx="484632" cy="87782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" y="48920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guards the next in a circle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rested guard shrugs hits off; a drained one doubles them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1600200"/>
            <a:ext cx="6153912" cy="4023360"/>
          </a:xfrm>
          <a:prstGeom prst="roundRect">
            <a:avLst>
              <a:gd name="adj" fmla="val 159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74520"/>
            <a:ext cx="5532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party and a Game Master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haunted house room by room, on turns — a handful of actions each, then the house takes its turn back.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doesn't need to kill you.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to wear down the guard, then push. That's a horror pacing engine hiding inside a stat sheet.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is a decision. </a:t>
            </a:r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rooms hide their contents until someone brings light. Light-averse monsters see fine in the dark — and burn in the light. Someone has to carry the lantern.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THE 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Afflictions stick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31520"/>
          </a:xfrm>
          <a:prstGeom prst="roundRect">
            <a:avLst>
              <a:gd name="adj" fmla="val 8750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Health — knocked 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91672" cy="731520"/>
          </a:xfrm>
          <a:prstGeom prst="roundRect">
            <a:avLst>
              <a:gd name="adj" fmla="val 875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91840" y="2560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Sanity — you can barely do anything but flee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91672" cy="731520"/>
          </a:xfrm>
          <a:prstGeom prst="roundRect">
            <a:avLst>
              <a:gd name="adj" fmla="val 875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291840" y="3429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Sanity — you can do everything except flee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91672" cy="731520"/>
          </a:xfrm>
          <a:prstGeom prst="roundRect">
            <a:avLst>
              <a:gd name="adj" fmla="val 875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291840" y="4297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Energy — every action becomes a coin flip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turn: a shake-off roll that grows more generous the longer you've suffered. The spiral is mechanized — and it's fair.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THE 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Hollow House, the shipped campaign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caretaker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566160"/>
            <a:ext cx="21282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thuds shut. A trembling caretaker presses the cellar key into your hand — and vanishes.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90138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gh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cellar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09594" y="3566160"/>
            <a:ext cx="21282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down there prefer the dark. Bring the lantern; decide who holds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31636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lock_b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attic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51092" y="3566160"/>
            <a:ext cx="21282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out is up — behind an iron key, behind worse.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73134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13677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endings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92590" y="3566160"/>
            <a:ext cx="212826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doors, a talking NPC, a dread that gnaws at the unlit, a doom clock. A full campaign.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— THE REFEREE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referee that never sleeps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2251710"/>
            <a:ext cx="0" cy="1405890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925" y="3223156"/>
            <a:ext cx="2072475" cy="43444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3200400" y="3223156"/>
            <a:ext cx="2072475" cy="43444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7925" y="3657600"/>
            <a:ext cx="2072475" cy="43444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3657600"/>
            <a:ext cx="2072475" cy="43444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3165" y="2920365"/>
            <a:ext cx="1474470" cy="1474470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3165" y="2920365"/>
            <a:ext cx="147447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game's</a:t>
            </a:r>
            <a:endParaRPr lang="en-US" sz="1125" dirty="0"/>
          </a:p>
          <a:p>
            <a:pPr algn="ctr" indent="0" marL="0">
              <a:buNone/>
            </a:pPr>
            <a:r>
              <a:rPr lang="en-US" sz="1125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brain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2932938" y="1984248"/>
            <a:ext cx="534924" cy="534924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2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1320" y="2112630"/>
            <a:ext cx="278160" cy="2781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94560" y="1618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825" dirty="0"/>
          </a:p>
        </p:txBody>
      </p:sp>
      <p:sp>
        <p:nvSpPr>
          <p:cNvPr id="14" name="Shape 11"/>
          <p:cNvSpPr/>
          <p:nvPr/>
        </p:nvSpPr>
        <p:spPr>
          <a:xfrm>
            <a:off x="860463" y="2955694"/>
            <a:ext cx="534924" cy="534924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5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44" y="3084076"/>
            <a:ext cx="278160" cy="2781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2085" y="258993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825" dirty="0"/>
          </a:p>
        </p:txBody>
      </p:sp>
      <p:sp>
        <p:nvSpPr>
          <p:cNvPr id="17" name="Shape 13"/>
          <p:cNvSpPr/>
          <p:nvPr/>
        </p:nvSpPr>
        <p:spPr>
          <a:xfrm>
            <a:off x="5005413" y="2955694"/>
            <a:ext cx="534924" cy="534924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8" name="Image 2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95" y="3084076"/>
            <a:ext cx="278160" cy="278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67035" y="258993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with friends</a:t>
            </a:r>
            <a:endParaRPr lang="en-US" sz="825" dirty="0"/>
          </a:p>
        </p:txBody>
      </p:sp>
      <p:sp>
        <p:nvSpPr>
          <p:cNvPr id="20" name="Shape 15"/>
          <p:cNvSpPr/>
          <p:nvPr/>
        </p:nvSpPr>
        <p:spPr>
          <a:xfrm>
            <a:off x="860463" y="3824582"/>
            <a:ext cx="534924" cy="534924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gh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844" y="3952964"/>
            <a:ext cx="278160" cy="2781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2085" y="440522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VR &amp; voice</a:t>
            </a:r>
            <a:endParaRPr lang="en-US" sz="825" dirty="0"/>
          </a:p>
        </p:txBody>
      </p:sp>
      <p:sp>
        <p:nvSpPr>
          <p:cNvPr id="23" name="Shape 17"/>
          <p:cNvSpPr/>
          <p:nvPr/>
        </p:nvSpPr>
        <p:spPr>
          <a:xfrm>
            <a:off x="5005413" y="3824582"/>
            <a:ext cx="534924" cy="534924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4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795" y="3952964"/>
            <a:ext cx="278160" cy="2781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67035" y="440522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board</a:t>
            </a:r>
            <a:endParaRPr lang="en-US" sz="825" dirty="0"/>
          </a:p>
        </p:txBody>
      </p:sp>
      <p:sp>
        <p:nvSpPr>
          <p:cNvPr id="26" name="Shape 19"/>
          <p:cNvSpPr/>
          <p:nvPr/>
        </p:nvSpPr>
        <p:spPr>
          <a:xfrm>
            <a:off x="6400800" y="1600200"/>
            <a:ext cx="5239512" cy="4114800"/>
          </a:xfrm>
          <a:prstGeom prst="roundRect">
            <a:avLst>
              <a:gd name="adj" fmla="val 1556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720840" y="18745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play differently —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"app version" of a rule. There's the rule.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cheat —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screen doesn't decide anything; it just shows you things.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are perfect —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mid-turn, mid-panic, who holds the lantern, which doors are open. Exactly.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replays — </a:t>
            </a:r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last die. Settles arguments; shows us bugs exactly as they happened.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22960" y="58978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and multiplayer aren't different games — same brain, same referee; only the number of open windows changes.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— DICE 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 opens with a d20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hurt yourself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138" y="169164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138" y="18288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90138" y="260604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0138" y="29260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whiff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69164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636" y="18288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31636" y="260604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1636" y="29260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lands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3134" y="169164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B2342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3134" y="182880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73134" y="260604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73134" y="292608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damage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91672" cy="1280160"/>
          </a:xfrm>
          <a:prstGeom prst="roundRect">
            <a:avLst>
              <a:gd name="adj" fmla="val 5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4048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physical table, the dice are yours: roll your actual d20 for your attack — or for the monster,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table likes its fate hands-on. Rather not? "Roll for me," and the house rolls.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— DICE NIGHT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550408" y="1645920"/>
            <a:ext cx="1097280" cy="1097280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4" name="Image 0" descr="/tmp/claude-0/-home-user-WickedWays/bfe20d4f-91dd-58c9-a5c6-92b3d7767e5d/scratchpad/decks/icons/d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3755" y="19092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17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dice don't bypass the game.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3703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join it.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you rolled is written into the same ledger as everything else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session with your physical dice in it is still exactly replayable.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Superstition fully supported. Bookkeeping fully automatic.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—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board, piece by piece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E-ink tiles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593592"/>
            <a:ext cx="212826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Repaint as the party explores. Fog-of-war for real: unexplored rooms simply aren't drawn yet.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90138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ch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Pieces it knows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09594" y="3593592"/>
            <a:ext cx="212826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piece on a tile and the board knows — contactless-card tap-tech. Moving your piece is entering your move.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31636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51092" y="3593592"/>
            <a:ext cx="212826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player's three stats and gear, at a glance, beside the board.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73134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dice_b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13677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dice tray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92590" y="3593592"/>
            <a:ext cx="212826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your own, or let the house roll — Act IV, in hardware.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—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 is a puppet.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rules in it at all — it paints what the brain says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reports what your hands 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the same board already runs as an on-screen simulator inside the regular game —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puppet, drawn instead of built — and why the hardware is tested end-to-end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tile is manufactured.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you'll put on your table runs the exact game you played in your browser last night.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— YOUR CAMPAIGNS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campaign is a text file you can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023360"/>
          </a:xfrm>
          <a:prstGeom prst="roundRect">
            <a:avLst>
              <a:gd name="adj" fmla="val 1591"/>
            </a:avLst>
          </a:prstGeom>
          <a:solidFill>
            <a:srgbClr val="13101B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  The Cellar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"Cold air rises through the dark."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DOOR   Iron Door — needs: cellar 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   Caretaker — ask about "cellar"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 opens the cellar."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 Doom clock — ticks each round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 Dread — gnaws at the unlit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4023360"/>
          </a:xfrm>
          <a:prstGeom prst="roundRect">
            <a:avLst>
              <a:gd name="adj" fmla="val 159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92024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and their descriptions. Doors and their keys. Monsters and their habits. Loot. Dialogue with forgiving matching — players ask about "the cellar" however they phrase it. Victory conditions. House-wide rules.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write a forum post carefully, you can write a haunted house.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— YOUR CAMPAIGNS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promises, said plainly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0908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box_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862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No secret tools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840480"/>
            <a:ext cx="307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House — every door, every ending, the caretaker himself — is written in exactly the format yours would be. Whatever we can make the game do, you can.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7304" y="1645920"/>
            <a:ext cx="3514344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9572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26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8472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A broken mod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hurt you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6760" y="3840480"/>
            <a:ext cx="307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load, with a message. It can't corrupt a save — and a hostile mod can't cheat: campaigns ask from a fixed menu; they can't rewrite your character. The worst a bad mod can be is boring.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5968" y="1645920"/>
            <a:ext cx="3514344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8236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190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7136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Write once,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everywhere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45424" y="3840480"/>
            <a:ext cx="307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campaign runs in the browser, on desktop, online, and on the physical board — automatically. You do nothing extra.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— THE AMBITION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moddable as DOOM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3383280"/>
          </a:xfrm>
          <a:prstGeom prst="roundRect">
            <a:avLst>
              <a:gd name="adj" fmla="val 189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89988" y="1897380"/>
            <a:ext cx="868680" cy="868680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471" y="21058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DOOM (1993)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31012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getting new community levels,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years on — because the game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its content were truly separate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83480" y="1600200"/>
            <a:ext cx="6656832" cy="3383280"/>
          </a:xfrm>
          <a:prstGeom prst="roundRect">
            <a:avLst>
              <a:gd name="adj" fmla="val 189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49240" y="196596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separation is built here from day one —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prove it by shipping our own campaign through it.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sharing tools — hand a friend one file, they load it that evening — are still being finished. The format is done; the loading dock isn't.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in the room: the wall you'd build on is already standing.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VII — EVERY TABLE THERE WILL EVER 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that can show the house and take a command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32004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ghos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 / 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593592"/>
            <a:ext cx="212826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around you — or ghost-light rising off the physical tiles through your phone.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90138" y="1645920"/>
            <a:ext cx="2567178" cy="32004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zap_b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09594" y="3593592"/>
            <a:ext cx="212826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hear scratching at the cellar door" was born for a game you play by speaking.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31636" y="1645920"/>
            <a:ext cx="2567178" cy="32004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Discord seat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51092" y="3593592"/>
            <a:ext cx="212826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holds a chair for your group's missing player: commands in, narration out.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73134" y="1645920"/>
            <a:ext cx="2567178" cy="32004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13677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Spectator tables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92590" y="3593592"/>
            <a:ext cx="212826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and tournament screens that watch the ledger live without holding a seat.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22960" y="52578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would change the game — new windows on the same brain, like every window before them.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game. Every table.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dice.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when can I buy the board? · how many players? · do I need to code to write a campaign?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mods break my game? · is there a phone version? · why horror?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github.com/daniel0mullins/WickedWays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Game, Every Table — keynote</dc:title>
  <dc:subject>PptxGenJS Presentation</dc:subject>
  <dc:creator>Wicked Ways</dc:creator>
  <cp:lastModifiedBy>Wicked Ways</cp:lastModifiedBy>
  <cp:revision>1</cp:revision>
  <dcterms:created xsi:type="dcterms:W3CDTF">2026-08-04T18:46:17Z</dcterms:created>
  <dcterms:modified xsi:type="dcterms:W3CDTF">2026-08-04T18:46:17Z</dcterms:modified>
</cp:coreProperties>
</file>