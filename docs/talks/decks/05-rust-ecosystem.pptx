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Unlike talks 01-04, this one is ABOUT the Rust, using Wicked Ways as the case study. Nothing taught abstractly — every ecosystem piece is shown at its job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receipt, then promise to earn it. Do not linger — the pitch earns nothing until the toolbox shows receipts.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1 and 2 of the toolbox. The real file, verbatim — the war story ships in the comment.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 3-4. The cargo test --workspace line matters: the golden gates ARE plain cargo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 5-6. One lockfile, one target dir, cargo test --workspace sweeps all ten. The exclusion is the memorable half — never cut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 7-8. The float_roundtrip story is a keeper: a dependency feature flag fixing a determinism bug is the ecosystem working as designed.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9, ending Part 2 at ~13 min. Compressible beats if long: crates.io and this one — but keep the "policy as reviewed code"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each library: what it is, why it is the default, what it does HERE. serde first — it is the ecosystem's connective tissue.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 ends ~23 min. If desperate, fold axum into tokio on the previous slide — never drop serde or no_std.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3-minute aside and the talk's flex cut. "Shipped the desktop app for the cost of a shell" sounds like marketing until you show the mechanics: same crate, renderer swapped, feature flag flips the 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syntax niceties — load-bearing architecture. Each one maps to a discipline from the deep-dive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 the toll onstage. The last card is the evaluation guidance the audience actually came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lines and a homework suggestion. Point at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answers honest and short — the last one hands skeptics the receipt and cross-sells the deep dive.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it and open the floor.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1188720"/>
            <a:ext cx="731520" cy="731520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3" name="Image 0" descr="/tmp/claude-0/-home-user-WickedWays/bfe20d4f-91dd-58c9-a5c6-92b3d7767e5d/scratchpad/decks/icons/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805" y="1364285"/>
            <a:ext cx="380390" cy="38039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784080" y="2148840"/>
            <a:ext cx="731520" cy="731520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5" name="Image 1" descr="/tmp/claude-0/-home-user-WickedWays/bfe20d4f-91dd-58c9-a5c6-92b3d7767e5d/scratchpad/decks/icons/pin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9645" y="2324405"/>
            <a:ext cx="380390" cy="38039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0104120" y="3383280"/>
            <a:ext cx="731520" cy="731520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7" name="Image 2" descr="/tmp/claude-0/-home-user-WickedWays/bfe20d4f-91dd-58c9-a5c6-92b3d7767e5d/scratchpad/decks/icons/lay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9685" y="3558845"/>
            <a:ext cx="380390" cy="38039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784080" y="4617720"/>
            <a:ext cx="731520" cy="731520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9" name="Image 3" descr="/tmp/claude-0/-home-user-WickedWays/bfe20d4f-91dd-58c9-a5c6-92b3d7767e5d/scratchpad/decks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9645" y="4793285"/>
            <a:ext cx="380390" cy="38039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8778240" y="5577840"/>
            <a:ext cx="731520" cy="731520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1" name="Image 4" descr="/tmp/claude-0/-home-user-WickedWays/bfe20d4f-91dd-58c9-a5c6-92b3d7767e5d/scratchpad/decks/icons/cpu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3805" y="5753405"/>
            <a:ext cx="380390" cy="38039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685800" y="1600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WICKED WAYS · RUST ECOSYSTEM TOUR · 30–40 MIN</a:t>
            </a:r>
            <a:endParaRPr lang="en-US" sz="1250" dirty="0"/>
          </a:p>
        </p:txBody>
      </p:sp>
      <p:sp>
        <p:nvSpPr>
          <p:cNvPr id="13" name="Text 6"/>
          <p:cNvSpPr/>
          <p:nvPr/>
        </p:nvSpPr>
        <p:spPr>
          <a:xfrm>
            <a:off x="685800" y="1920240"/>
            <a:ext cx="7680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Engine,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Written in Rust</a:t>
            </a:r>
            <a:endParaRPr lang="en-US" sz="4800" dirty="0"/>
          </a:p>
        </p:txBody>
      </p:sp>
      <p:sp>
        <p:nvSpPr>
          <p:cNvPr id="14" name="Text 7"/>
          <p:cNvSpPr/>
          <p:nvPr/>
        </p:nvSpPr>
        <p:spPr>
          <a:xfrm>
            <a:off x="685800" y="40690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 tour of the Rust ecosystem —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tool shown doing its real job in one shipped codebase</a:t>
            </a:r>
            <a:endParaRPr lang="en-US" sz="1800" dirty="0"/>
          </a:p>
        </p:txBody>
      </p:sp>
      <p:sp>
        <p:nvSpPr>
          <p:cNvPr id="15" name="Text 8"/>
          <p:cNvSpPr/>
          <p:nvPr/>
        </p:nvSpPr>
        <p:spPr>
          <a:xfrm>
            <a:off x="685800" y="6126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Rust experience assumed · npm/pip analogies included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WHY RUST EXISTS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pitch, honestly compressed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11091672" cy="868680"/>
          </a:xfrm>
          <a:prstGeom prst="roundRect">
            <a:avLst>
              <a:gd name="adj" fmla="val 7368"/>
            </a:avLst>
          </a:prstGeom>
          <a:solidFill>
            <a:srgbClr val="8E2F2F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36192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receipt first: one Rust codebase → browser game (wasm) · desktop app · multiplayer server ·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graphical campaign editor · the controller for a physical e-ink board on a serial cable.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3514344" cy="2834640"/>
          </a:xfrm>
          <a:prstGeom prst="roundRect">
            <a:avLst>
              <a:gd name="adj" fmla="val 2258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0908" y="291693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8" name="Image 0" descr="/tmp/claude-0/-home-user-WickedWays/bfe20d4f-91dd-58c9-a5c6-92b3d7767e5d/scratchpad/decks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0862" y="3096890"/>
            <a:ext cx="389900" cy="389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9808" y="384048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safety,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garbage collector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768096" y="4800600"/>
            <a:ext cx="307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compiler proves memory correctness at build time — the C/C++ crash-and-exploit class is ruled out, without GC pauses. Fits a web server and a microcontroller alike.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37304" y="2606040"/>
            <a:ext cx="3514344" cy="2834640"/>
          </a:xfrm>
          <a:prstGeom prst="roundRect">
            <a:avLst>
              <a:gd name="adj" fmla="val 2258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719572" y="291693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3" name="Image 1" descr="/tmp/claude-0/-home-user-WickedWays/bfe20d4f-91dd-58c9-a5c6-92b3d7767e5d/scratchpad/deck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526" y="3096890"/>
            <a:ext cx="389900" cy="3899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38472" y="384048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"If it compiles,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usually works"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556760" y="4800600"/>
            <a:ext cx="307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bug categories become compile errors. You fight the compiler up front instead of the debugger at 2 a.m. Part 4 shows this doing architectural work.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25968" y="2606040"/>
            <a:ext cx="3514344" cy="2834640"/>
          </a:xfrm>
          <a:prstGeom prst="roundRect">
            <a:avLst>
              <a:gd name="adj" fmla="val 2258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508236" y="291693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8" name="Image 2" descr="/tmp/claude-0/-home-user-WickedWays/bfe20d4f-91dd-58c9-a5c6-92b3d7767e5d/scratchpad/decks/icons/lay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8190" y="3096890"/>
            <a:ext cx="389900" cy="3899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27136" y="384048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language,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absurd range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345424" y="4800600"/>
            <a:ext cx="307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source compiles natively, to WebAssembly for browsers, and for bare-metal targets with no OS. Most stacks need three languages for that spread.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822960" y="576072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for the next half hour: every tool that makes that slide normal, introduced doing its actual job.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THE TOOLBOX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rustup, and the version pin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035040" cy="3931920"/>
          </a:xfrm>
          <a:prstGeom prst="roundRect">
            <a:avLst>
              <a:gd name="adj" fmla="val 1628"/>
            </a:avLst>
          </a:prstGeom>
          <a:solidFill>
            <a:srgbClr val="13101B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74520"/>
            <a:ext cx="5394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rust-toolchain.toml — repo root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Pin the toolchain so local rustfmt/clippy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match CI (rustfmt output and clippy lint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9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sets shift across stables...)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[toolchain]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channel    = "1.94.1"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components = ["clippy", "rustfmt"]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targets    = ["wasm32-unknown-unknown"]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858000" y="1600200"/>
            <a:ext cx="4782312" cy="3931920"/>
          </a:xfrm>
          <a:prstGeom prst="roundRect">
            <a:avLst>
              <a:gd name="adj" fmla="val 1628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78040" y="1874520"/>
            <a:ext cx="4160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rustup — 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official toolchain installer: Rust versions, components, cross-compile targets. Like nvm/pyenv, but universal. You never hand-download a compiler.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pin — 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this file in the repo root and rustup auto-installs the right version for anyone who clones. Like .nvmrc — except it actually installs.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 story is in the comment — </a:t>
            </a:r>
            <a:pPr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formatter output and lint sets shift between releases; CI and laptops must agree or the style gates fight each other.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THE TOOLBOX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cargo, crates.io, and the lockfile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14344" cy="3108960"/>
          </a:xfrm>
          <a:prstGeom prst="roundRect">
            <a:avLst>
              <a:gd name="adj" fmla="val 205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30908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6" name="Image 0" descr="/tmp/claude-0/-home-user-WickedWays/bfe20d4f-91dd-58c9-a5c6-92b3d7767e5d/scratchpad/decks/icons/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0862" y="2136770"/>
            <a:ext cx="389900" cy="389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68096" y="3520440"/>
            <a:ext cx="30754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manager, build system, test runner, doc generator, benchmarks — one tool. No webpack/babel/jest constellation to assemble. Here, cargo test --workspace literally runs the four golden gates that pin the engine byte-for-byte.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37304" y="1645920"/>
            <a:ext cx="3514344" cy="3108960"/>
          </a:xfrm>
          <a:prstGeom prst="roundRect">
            <a:avLst>
              <a:gd name="adj" fmla="val 205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19572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1" name="Image 1" descr="/tmp/claude-0/-home-user-WickedWays/bfe20d4f-91dd-58c9-a5c6-92b3d7767e5d/scratchpad/decks/icons/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526" y="2136770"/>
            <a:ext cx="389900" cy="389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38472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crates.io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556760" y="3520440"/>
            <a:ext cx="30754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package registry (npm's registry, PyPI). Rust libraries are called crates — hence the crates/ directory naming you'll see in every Rust repo, this one included.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25968" y="1645920"/>
            <a:ext cx="3514344" cy="3108960"/>
          </a:xfrm>
          <a:prstGeom prst="roundRect">
            <a:avLst>
              <a:gd name="adj" fmla="val 205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508236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6" name="Image 2" descr="/tmp/claude-0/-home-user-WickedWays/bfe20d4f-91dd-58c9-a5c6-92b3d7767e5d/scratchpad/decks/icons/lock_b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8190" y="2136770"/>
            <a:ext cx="389900" cy="389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27136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Cargo.lock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345424" y="3520440"/>
            <a:ext cx="30754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committed lockfile: every machine builds the identical dependency tree. Reproducible builds are the default posture, not an add-on.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822960" y="51663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tool, one registry, one lockfile — the ecosystem's quiet superpower is that nobody assembles a toolchain.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THE TOOLBOX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Workspaces: ten crates, one build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3248" cy="475488"/>
          </a:xfrm>
          <a:prstGeom prst="roundRect">
            <a:avLst>
              <a:gd name="adj" fmla="val 13462"/>
            </a:avLst>
          </a:prstGeom>
          <a:solidFill>
            <a:srgbClr val="8E2F2F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5448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wickedways-core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474720" y="15544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— no_std-capable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36208" y="1554480"/>
            <a:ext cx="5413248" cy="475488"/>
          </a:xfrm>
          <a:prstGeom prst="roundRect">
            <a:avLst>
              <a:gd name="adj" fmla="val 1346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4808" y="155448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wickedways-author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162288" y="15544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TOML campaign compiler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121408"/>
            <a:ext cx="5413248" cy="475488"/>
          </a:xfrm>
          <a:prstGeom prst="roundRect">
            <a:avLst>
              <a:gd name="adj" fmla="val 1346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12140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wickedways-assemble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74720" y="212140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 assembler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6208" y="2121408"/>
            <a:ext cx="5413248" cy="475488"/>
          </a:xfrm>
          <a:prstGeom prst="roundRect">
            <a:avLst>
              <a:gd name="adj" fmla="val 1346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64808" y="212140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wickedways-transport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162288" y="212140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protocol (serde only)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2688336"/>
            <a:ext cx="5413248" cy="475488"/>
          </a:xfrm>
          <a:prstGeom prst="roundRect">
            <a:avLst>
              <a:gd name="adj" fmla="val 1346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68833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wickedways-server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474720" y="268833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axum/tokio room server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36208" y="2688336"/>
            <a:ext cx="5413248" cy="475488"/>
          </a:xfrm>
          <a:prstGeom prst="roundRect">
            <a:avLst>
              <a:gd name="adj" fmla="val 1346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64808" y="268833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wickedways-wasm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162288" y="268833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JS boundary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255264"/>
            <a:ext cx="5413248" cy="475488"/>
          </a:xfrm>
          <a:prstGeom prst="roundRect">
            <a:avLst>
              <a:gd name="adj" fmla="val 1346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25526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wickedways-web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474720" y="325526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Dioxus web client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36208" y="3255264"/>
            <a:ext cx="5413248" cy="475488"/>
          </a:xfrm>
          <a:prstGeom prst="roundRect">
            <a:avLst>
              <a:gd name="adj" fmla="val 1346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64808" y="325526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wickedways-tabletop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162288" y="325526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physical-board bridge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3822192"/>
            <a:ext cx="5413248" cy="475488"/>
          </a:xfrm>
          <a:prstGeom prst="roundRect">
            <a:avLst>
              <a:gd name="adj" fmla="val 1346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3822192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wickedways-controller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474720" y="38221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controller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36208" y="3822192"/>
            <a:ext cx="5413248" cy="475488"/>
          </a:xfrm>
          <a:prstGeom prst="roundRect">
            <a:avLst>
              <a:gd name="adj" fmla="val 1346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64808" y="3822192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wickedways-studio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9162288" y="38221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graphical campaign editor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617720"/>
            <a:ext cx="11091672" cy="1051560"/>
          </a:xfrm>
          <a:prstGeom prst="roundRect">
            <a:avLst>
              <a:gd name="adj" fmla="val 6087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470916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nuance beat: one crate — the desktop shell — is deliberately EXCLUDED from the workspace, with the reason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comment: it alone links the system GUI stack, and excluding it keeps every workspace-wide gate free of system packages.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22960" y="58521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membership is a boundary you design. Shared lint policy rides in [workspace.lints].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THE TOOLBOX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and targets: one codebase, many shapes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3977640"/>
          </a:xfrm>
          <a:prstGeom prst="roundRect">
            <a:avLst>
              <a:gd name="adj" fmla="val 160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5564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— compile-time config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off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the core builds with no OS assumptions at all — the embedded story.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native-app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the same UI crate becomes the desktop app.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serde_json float_roundtrip </a:t>
            </a:r>
            <a:pPr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the sweetest one: the default float parser can re-parse a number to a slightly different number, which broke byte-exact replay. One line in Cargo.toml fixed a determinism bug.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9632" y="1600200"/>
            <a:ext cx="5440680" cy="3977640"/>
          </a:xfrm>
          <a:prstGeom prst="roundRect">
            <a:avLst>
              <a:gd name="adj" fmla="val 160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9632" y="175564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— same code, other worlds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9672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wasm32-unknown-unknown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the web client and the campaign studio, compiled for the browser.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--no-default-features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the no-OS build of the core.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CI gates </a:t>
            </a:r>
            <a:pPr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built on every commit. "One language, many worlds" is a gated build here, not a slide.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THE TOOLBOX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clippy + rustfmt: mechanized review culture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035040" cy="3749040"/>
          </a:xfrm>
          <a:prstGeom prst="roundRect">
            <a:avLst>
              <a:gd name="adj" fmla="val 1707"/>
            </a:avLst>
          </a:prstGeom>
          <a:solidFill>
            <a:srgbClr val="13101B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74520"/>
            <a:ext cx="5394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root Cargo.toml — the lint policy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[workspace.lints.clippy]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cast_lossless            = "warn"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manual_let_else          = "warn"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match_same_arms          = "warn"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needless_pass_by_value   = "warn"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individually chosen, with comments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which noisy lints were left OUT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858000" y="1600200"/>
            <a:ext cx="4782312" cy="3749040"/>
          </a:xfrm>
          <a:prstGeom prst="roundRect">
            <a:avLst>
              <a:gd name="adj" fmla="val 1707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78040" y="1874520"/>
            <a:ext cx="4160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clippy — </a:t>
            </a:r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official linter: hundreds of lints from correctness to style, run in CI with warnings promoted to errors (-D warnings).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rustfmt — </a:t>
            </a:r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official formatter. cargo fmt --all --check gates every commit; nobody argues about style in review.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grown-up version — </a:t>
            </a:r>
            <a:pPr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workspace policy where pedantic lints are enabled by name, and the exclusions are documented. Lint policy as reviewed code.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— THE ECOSYSTEM IN THE WILD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crate map, part 1: data and servers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14344" cy="3794760"/>
          </a:xfrm>
          <a:prstGeom prst="roundRect">
            <a:avLst>
              <a:gd name="adj" fmla="val 1821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30908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6" name="Image 0" descr="/tmp/claude-0/-home-user-WickedWays/bfe20d4f-91dd-58c9-a5c6-92b3d7767e5d/scratchpad/decks/icons/file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0862" y="2136770"/>
            <a:ext cx="389900" cy="389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serde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68096" y="3520440"/>
            <a:ext cx="30754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serialization answer: annotate a struct, the compiler writes the JSON code. Here it carries every seam — save files, the multiplayer wire protocol, the JSON-only wasm boundary, campaign artifacts, the serial messages to the board. Nine of ten crates use it.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37304" y="1645920"/>
            <a:ext cx="3514344" cy="3794760"/>
          </a:xfrm>
          <a:prstGeom prst="roundRect">
            <a:avLst>
              <a:gd name="adj" fmla="val 1821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19572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1" name="Image 1" descr="/tmp/claude-0/-home-user-WickedWays/bfe20d4f-91dd-58c9-a5c6-92b3d7767e5d/scratchpad/decks/icons/refresh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526" y="2136770"/>
            <a:ext cx="389900" cy="389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38472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tokio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556760" y="3520440"/>
            <a:ext cx="30754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ships async syntax but no runtime; tokio is the de-facto one — the Node event loop as a library you opt into. The room server uses it for one task per campaign that owns the game and processes one command at a time: apply → persist → acknowledge.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5968" y="1645920"/>
            <a:ext cx="3514344" cy="3794760"/>
          </a:xfrm>
          <a:prstGeom prst="roundRect">
            <a:avLst>
              <a:gd name="adj" fmla="val 1821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508236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6" name="Image 2" descr="/tmp/claude-0/-home-user-WickedWays/bfe20d4f-91dd-58c9-a5c6-92b3d7767e5d/scratchpad/decks/icons/ser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8190" y="2136770"/>
            <a:ext cx="389900" cy="389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27136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axum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345424" y="3520440"/>
            <a:ext cx="30754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default web framework, from the tokio team. Here it is deliberately boring: a WebSocket endpoint in front of the room server. Boring is the point — the interesting code is all in the engine.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— THE ECOSYSTEM IN THE WILD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crate map, part 2: UI and the edges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14344" cy="3794760"/>
          </a:xfrm>
          <a:prstGeom prst="roundRect">
            <a:avLst>
              <a:gd name="adj" fmla="val 1821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30908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6" name="Image 0" descr="/tmp/claude-0/-home-user-WickedWays/bfe20d4f-91dd-58c9-a5c6-92b3d7767e5d/scratchpad/decks/icons/moni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0862" y="2136770"/>
            <a:ext cx="389900" cy="389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Dioxus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8096" y="3520440"/>
            <a:ext cx="30754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in Rust: components + hooks, compiled to wasm. Powers the shipped web client (~10k lines, procedural audio included), the desktop shell via its webview, AND the new graphical Campaign Studio — another Dioxus app in the same workspace, reusing the campaign compiler crate directly. Honest note: GUI is the youngest corner of the ecosystem, and it shows.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37304" y="1645920"/>
            <a:ext cx="3514344" cy="3794760"/>
          </a:xfrm>
          <a:prstGeom prst="roundRect">
            <a:avLst>
              <a:gd name="adj" fmla="val 1821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19572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1" name="Image 1" descr="/tmp/claude-0/-home-user-WickedWays/bfe20d4f-91dd-58c9-a5c6-92b3d7767e5d/scratchpad/decks/icons/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526" y="2136770"/>
            <a:ext cx="389900" cy="389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38472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wasm-bindgen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556760" y="3520440"/>
            <a:ext cx="30754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Rust↔JavaScript bridge. This repo keeps the boundary radical: one stateful handle, nothing but JSON strings across the seam — a ~260-line crate any JS host can drive.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5968" y="1645920"/>
            <a:ext cx="3514344" cy="3794760"/>
          </a:xfrm>
          <a:prstGeom prst="roundRect">
            <a:avLst>
              <a:gd name="adj" fmla="val 1821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508236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6" name="Image 2" descr="/tmp/claude-0/-home-user-WickedWays/bfe20d4f-91dd-58c9-a5c6-92b3d7767e5d/scratchpad/decks/icons/cpu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8190" y="2136770"/>
            <a:ext cx="389900" cy="389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27136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no_std + alloc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345424" y="3520440"/>
            <a:ext cx="30754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opts out of the standard library (no OS assumptions), keeping only heap allocation. Not embedded-cosplay: it is what lets the identical engine serve the browser and the serial-line hardware controller — and CI builds that configuration on every commit.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— ASIDE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app vs. native app: one UI, two shells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40680" cy="2834640"/>
          </a:xfrm>
          <a:prstGeom prst="roundRect">
            <a:avLst>
              <a:gd name="adj" fmla="val 2258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" y="1805940"/>
            <a:ext cx="685800" cy="685800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6" name="Image 0" descr="/tmp/claude-0/-home-user-WickedWays/bfe20d4f-91dd-58c9-a5c6-92b3d7767e5d/scratchpad/decks/icons/moni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9012" y="1970532"/>
            <a:ext cx="356616" cy="3566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1920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 APP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69748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UI crate compiled to wasm; Dioxus renders the components into the browser's own page. Nothing installed — the browser is the runtime.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554480"/>
            <a:ext cx="5440680" cy="2834640"/>
          </a:xfrm>
          <a:prstGeom prst="roundRect">
            <a:avLst>
              <a:gd name="adj" fmla="val 2258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725412" y="1805940"/>
            <a:ext cx="685800" cy="685800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1" name="Image 1" descr="/tmp/claude-0/-home-user-WickedWays/bfe20d4f-91dd-58c9-a5c6-92b3d7767e5d/scratchpad/decks/icons/harddri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0004" y="1970532"/>
            <a:ext cx="356616" cy="35661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71232" y="1920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NATIVE APP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565392" y="2697480"/>
            <a:ext cx="4709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crate — same components, same hooks — with Dioxus's desktop renderer: a native window drawing into the OS's built-in webview. Not Electron: no bundled browser, small binary; the trade is linking system GUI libraries (hence the workspace quarantine). Installers via one dx bundle command.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4572000"/>
            <a:ext cx="11091672" cy="960120"/>
          </a:xfrm>
          <a:prstGeom prst="roundRect">
            <a:avLst>
              <a:gd name="adj" fmla="val 6667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4645152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switch is a feature flag (native-app); the few real platform concerns are injected behind a small hook.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UI code never asks "am I a desktop app?"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822960" y="576072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asterisks: desktop is single-player-only today, audio pending a native backend. One codebase means the RULES arrive everywhere — not every feature at once.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— WHAT RUST BOUGHT THIS PROJECT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Language features doing architectural work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91672" cy="941832"/>
          </a:xfrm>
          <a:prstGeom prst="roundRect">
            <a:avLst>
              <a:gd name="adj" fmla="val 6796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6420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 enums + exhaustive matching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4572000" y="1645920"/>
            <a:ext cx="6812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command set and effect set are enums; match must handle every variant or the build fails. Add a command → the compiler hands you a to-do list. A missed case is a compile error, not a runtime surprise.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11091672" cy="941832"/>
          </a:xfrm>
          <a:prstGeom prst="roundRect">
            <a:avLst>
              <a:gd name="adj" fmla="val 6796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7432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Branded id types, zero cost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572000" y="2724912"/>
            <a:ext cx="6812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RoomId and a CharacterId are both strings underneath, but the type system treats them as incompatible — and the wrapper vanishes at runtime. A bug family deleted, for free.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730752"/>
            <a:ext cx="11091672" cy="941832"/>
          </a:xfrm>
          <a:prstGeom prst="roundRect">
            <a:avLst>
              <a:gd name="adj" fmla="val 6796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82219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Traits as the extension idiom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0" y="3803904"/>
            <a:ext cx="6812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extensible family — mechanics, doors, scenes, victory, items, encounters — is one trait + a lookup table + a scripted fallback. Six times the same idiom, compiler-enforced each time.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809744"/>
            <a:ext cx="11091672" cy="941832"/>
          </a:xfrm>
          <a:prstGeom prst="roundRect">
            <a:avLst>
              <a:gd name="adj" fmla="val 6796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901184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Ownership as custody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72000" y="4882896"/>
            <a:ext cx="6812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"no raw setters" rule is not a review convention: accessors are keyed by private types outside code cannot construct, and ownership makes that stick.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— WHAT RUST BOUGHT THIS PROJECT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costs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67178" cy="3200400"/>
          </a:xfrm>
          <a:prstGeom prst="roundRect">
            <a:avLst>
              <a:gd name="adj" fmla="val 249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57325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6" name="Image 0" descr="/tmp/claude-0/-home-user-WickedWays/bfe20d4f-91dd-58c9-a5c6-92b3d7767e5d/scratchpad/decks/icons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7279" y="2136770"/>
            <a:ext cx="389900" cy="389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88036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times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3566160"/>
            <a:ext cx="21282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ten-crate workspace with a wasm UI is not an instant build. Incremental is fine; clean builds cost minutes.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90138" y="1645920"/>
            <a:ext cx="2567178" cy="3200400"/>
          </a:xfrm>
          <a:prstGeom prst="roundRect">
            <a:avLst>
              <a:gd name="adj" fmla="val 249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98823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1" name="Image 1" descr="/tmp/claude-0/-home-user-WickedWays/bfe20d4f-91dd-58c9-a5c6-92b3d7767e5d/scratchpad/decks/icons/ale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8777" y="2136770"/>
            <a:ext cx="389900" cy="389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91306" y="288036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learning curve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609594" y="3566160"/>
            <a:ext cx="21282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borrow checker genuinely fights you for the first weeks. The fight is front-loaded and it ends — but it is real.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31636" y="1645920"/>
            <a:ext cx="2567178" cy="3200400"/>
          </a:xfrm>
          <a:prstGeom prst="roundRect">
            <a:avLst>
              <a:gd name="adj" fmla="val 249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40321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6" name="Image 2" descr="/tmp/claude-0/-home-user-WickedWays/bfe20d4f-91dd-58c9-a5c6-92b3d7767e5d/scratchpad/decks/icons/mon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0275" y="2136770"/>
            <a:ext cx="389900" cy="389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32804" y="288036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 ecosystem youth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451092" y="3566160"/>
            <a:ext cx="21282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Dioxus moves fast, which cuts both ways — and the desktop shell's system-library linkage hurt enough to be quarantined outside the workspace.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9073134" y="1645920"/>
            <a:ext cx="2567178" cy="3200400"/>
          </a:xfrm>
          <a:prstGeom prst="roundRect">
            <a:avLst>
              <a:gd name="adj" fmla="val 249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981819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21" name="Image 3" descr="/tmp/claude-0/-home-user-WickedWays/bfe20d4f-91dd-58c9-a5c6-92b3d7767e5d/scratchpad/decks/icons/box_bo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1773" y="2136770"/>
            <a:ext cx="389900" cy="3899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74302" y="288036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Rust is a commitment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9292590" y="3566160"/>
            <a:ext cx="21282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Hiring, onboarding, tooling all assume you meant it. This project — determinism, five targets, one codebase — collects the dividends. A CRUD app would not.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822960" y="52578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cut this slide — it buys the whole talk its credibility.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— GETTING STARTED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on-ramp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2800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202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rustup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installer, done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0832" y="1737360"/>
            <a:ext cx="3566160" cy="2286000"/>
          </a:xfrm>
          <a:prstGeom prst="roundRect">
            <a:avLst>
              <a:gd name="adj" fmla="val 2800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70832" y="19202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53712" y="2697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new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45152" y="31089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small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93024" y="1737360"/>
            <a:ext cx="3566160" cy="2286000"/>
          </a:xfrm>
          <a:prstGeom prst="roundRect">
            <a:avLst>
              <a:gd name="adj" fmla="val 2800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93024" y="19202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375904" y="2697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Book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467344" y="31089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official guide — genuinely good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43400"/>
            <a:ext cx="11091672" cy="1051560"/>
          </a:xfrm>
          <a:prstGeom prst="roundRect">
            <a:avLst>
              <a:gd name="adj" fmla="val 6087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43484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first project: port a small tool you already understand — learn the language, not the problem.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this repo is public: the README is the architecture document, and cargo test --workspace runs everything you saw today.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questions that always come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09344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bad is async, really?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0" y="1600200"/>
            <a:ext cx="6812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sharpest corner. This repo's answer is representative: async at the edges (the server), the core synchronous and pure.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478024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long does the borrow checker fight last?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0" y="2468880"/>
            <a:ext cx="6812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Weeks, not months. It is the compiler front-loading the debugging you would do later anyway.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346704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we hire for it?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0" y="3337560"/>
            <a:ext cx="6812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candidates, unusual enthusiasm. Training a strong engineer in: weeks — the Book plus one real project.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160520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215384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is Rust the wrong choice?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0" y="4206240"/>
            <a:ext cx="6812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Glue, CRUD, scripts — the ceremony buys nothing. It pays when correctness, portability, or performance is the product.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084064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Go / TypeScript / C++?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0" y="5074920"/>
            <a:ext cx="6812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engine WAS TypeScript — rewritten into Rust against its own test corpus, then the TypeScript was deleted. That story is talk 04.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1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21945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language. Five worlds.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· desktop · server · editor · bare metal — one codebase, and every tool you saw today is why.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rustup · cargo · crates.io · workspaces · features · targets · clippy · serde · tokio · axum · Dioxus · wasm-bindgen · no_std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github.com/daniel0mullins/WickedWays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Engine, Written in Rust — ecosystem tour</dc:title>
  <dc:subject>PptxGenJS Presentation</dc:subject>
  <dc:creator>Wicked Ways</dc:creator>
  <cp:lastModifiedBy>Wicked Ways</cp:lastModifiedBy>
  <cp:revision>1</cp:revision>
  <dcterms:created xsi:type="dcterms:W3CDTF">2026-08-20T16:32:00Z</dcterms:created>
  <dcterms:modified xsi:type="dcterms:W3CDTF">2026-08-20T16:32:00Z</dcterms:modified>
</cp:coreProperties>
</file>