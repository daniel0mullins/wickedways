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a co-op horror RPG whose one unusual promise is being the same game on every table. Tour the game first, then the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campaign is a house of connected rooms; the game guarantees the map hangs together. Doors lock, keys matter, darkness is a real mechanic and carrying the lantern is a real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house does not have to kill you — it wears the guard down until it can. Horror games talk about dread; this one mechanizes the spiral, and it is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20 crits, natural 1 stumbles into self-damage, 2-5 miss. Damage that lands is filtered through armor and the guard stat. The signature move: your own d20, accepted by the game, recorded in the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Multiplayer is not everyone-runs-a-copy-and-hopes. One referee brain; every move goes through it; every screen is a window. Solo and multiplayer are the same game — just a different number of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Rooms, doors, monsters, dialogue with forgiving matching, doom clocks. Three promises, said plainly — each usually gets applause.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board piece by piece, then the pattern: anything that can show the house and take a command can be a table. The game does not know what it is being played on — that is the whole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half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2208276"/>
            <a:ext cx="0" cy="131216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8250" y="3114959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052560" y="3114959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118250" y="3520440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3520440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4474" y="2832354"/>
            <a:ext cx="1376172" cy="1376172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4474" y="2832354"/>
            <a:ext cx="1376172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game's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02929" y="1958645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0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52" y="2078468"/>
            <a:ext cx="259616" cy="259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0" y="159288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770" dirty="0"/>
          </a:p>
        </p:txBody>
      </p:sp>
      <p:sp>
        <p:nvSpPr>
          <p:cNvPr id="12" name="Shape 9"/>
          <p:cNvSpPr/>
          <p:nvPr/>
        </p:nvSpPr>
        <p:spPr>
          <a:xfrm>
            <a:off x="6868619" y="2865328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3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441" y="2985151"/>
            <a:ext cx="259616" cy="259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12410" y="2499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770" dirty="0"/>
          </a:p>
        </p:txBody>
      </p:sp>
      <p:sp>
        <p:nvSpPr>
          <p:cNvPr id="15" name="Shape 11"/>
          <p:cNvSpPr/>
          <p:nvPr/>
        </p:nvSpPr>
        <p:spPr>
          <a:xfrm>
            <a:off x="10737239" y="2865328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062" y="2985151"/>
            <a:ext cx="259616" cy="259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1030" y="2499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with friends</a:t>
            </a:r>
            <a:endParaRPr lang="en-US" sz="770" dirty="0"/>
          </a:p>
        </p:txBody>
      </p:sp>
      <p:sp>
        <p:nvSpPr>
          <p:cNvPr id="18" name="Shape 13"/>
          <p:cNvSpPr/>
          <p:nvPr/>
        </p:nvSpPr>
        <p:spPr>
          <a:xfrm>
            <a:off x="6868619" y="3676290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9" name="Image 3" descr="/tmp/claude-0/-home-user-WickedWays/bfe20d4f-91dd-58c9-a5c6-92b3d7767e5d/scratchpad/decks/icons/gh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441" y="3796113"/>
            <a:ext cx="259616" cy="2596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12410" y="4221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VR &amp; voice</a:t>
            </a:r>
            <a:endParaRPr lang="en-US" sz="770" dirty="0"/>
          </a:p>
        </p:txBody>
      </p:sp>
      <p:sp>
        <p:nvSpPr>
          <p:cNvPr id="21" name="Shape 15"/>
          <p:cNvSpPr/>
          <p:nvPr/>
        </p:nvSpPr>
        <p:spPr>
          <a:xfrm>
            <a:off x="10737239" y="3676290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2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062" y="3796113"/>
            <a:ext cx="259616" cy="259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81030" y="4221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board</a:t>
            </a:r>
            <a:endParaRPr lang="en-US" sz="770" dirty="0"/>
          </a:p>
        </p:txBody>
      </p:sp>
      <p:sp>
        <p:nvSpPr>
          <p:cNvPr id="24" name="Text 17"/>
          <p:cNvSpPr/>
          <p:nvPr/>
        </p:nvSpPr>
        <p:spPr>
          <a:xfrm>
            <a:off x="68580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 WAYS · SHOWCASE · 10–15 MIN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85800" y="1920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Haunted House</a:t>
            </a:r>
            <a:endParaRPr lang="en-US" sz="4800" dirty="0"/>
          </a:p>
        </p:txBody>
      </p:sp>
      <p:sp>
        <p:nvSpPr>
          <p:cNvPr id="26" name="Text 19"/>
          <p:cNvSpPr/>
          <p:nvPr/>
        </p:nvSpPr>
        <p:spPr>
          <a:xfrm>
            <a:off x="68580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tour of Wicked Ways — the game, the dice,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tables it lives 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THE 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Rooms, keys, and the dark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1554480" cy="1051560"/>
          </a:xfrm>
          <a:prstGeom prst="roundRect">
            <a:avLst>
              <a:gd name="adj" fmla="val 608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1554480" cy="1051560"/>
          </a:xfrm>
          <a:prstGeom prst="roundRect">
            <a:avLst>
              <a:gd name="adj" fmla="val 608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1031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931920"/>
            <a:ext cx="1554480" cy="1051560"/>
          </a:xfrm>
          <a:prstGeom prst="roundRect">
            <a:avLst>
              <a:gd name="adj" fmla="val 6087"/>
            </a:avLst>
          </a:prstGeom>
          <a:solidFill>
            <a:srgbClr val="13101B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0050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9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(dark)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3931920"/>
            <a:ext cx="1554480" cy="1051560"/>
          </a:xfrm>
          <a:prstGeom prst="roundRect">
            <a:avLst>
              <a:gd name="adj" fmla="val 6087"/>
            </a:avLst>
          </a:prstGeom>
          <a:solidFill>
            <a:srgbClr val="2B2342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0050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(needs a key)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2624328"/>
            <a:ext cx="548640" cy="0"/>
          </a:xfrm>
          <a:prstGeom prst="line">
            <a:avLst/>
          </a:prstGeom>
          <a:noFill/>
          <a:ln w="25400">
            <a:solidFill>
              <a:srgbClr val="3A31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154680"/>
            <a:ext cx="0" cy="777240"/>
          </a:xfrm>
          <a:prstGeom prst="line">
            <a:avLst/>
          </a:prstGeom>
          <a:noFill/>
          <a:ln w="25400">
            <a:solidFill>
              <a:srgbClr val="3A31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3154680"/>
            <a:ext cx="0" cy="777240"/>
          </a:xfrm>
          <a:prstGeom prst="line">
            <a:avLst/>
          </a:prstGeom>
          <a:noFill/>
          <a:ln w="25400">
            <a:solidFill>
              <a:srgbClr val="3A31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600200"/>
            <a:ext cx="5788152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87452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always hangs together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reachable, no stranded corners.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treasures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caretaker hands you the cellar key and vanishes. That key is the only way down.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is a mechanic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room hides everything until someone brings light. You can't attack, loot, or search what you can't see.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cuts both ways — </a:t>
            </a:r>
            <a:pPr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monsters see in the dark and suffer in the light. Lighting a room lets you aim — and burns them.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YOUR THREE LIVES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spiral is mechanized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663440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55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 GUARDS THE NEXT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59152" y="217627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217627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712" y="395935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9593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93592" y="395935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39593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2011680" y="3182112"/>
            <a:ext cx="475488" cy="88696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76856" y="4526280"/>
            <a:ext cx="12801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383280" y="3145536"/>
            <a:ext cx="484632" cy="87782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" y="4937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rested guard shrugs hits off entirely;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one doubles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600200"/>
            <a:ext cx="6153912" cy="4023360"/>
          </a:xfrm>
          <a:prstGeom prst="roundRect">
            <a:avLst>
              <a:gd name="adj" fmla="val 159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965960"/>
            <a:ext cx="5532120" cy="594360"/>
          </a:xfrm>
          <a:prstGeom prst="roundRect">
            <a:avLst>
              <a:gd name="adj" fmla="val 10769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0" y="1965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Health — knocked 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679192"/>
            <a:ext cx="5532120" cy="594360"/>
          </a:xfrm>
          <a:prstGeom prst="roundRect">
            <a:avLst>
              <a:gd name="adj" fmla="val 10769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6791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26791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Sanity — you can barely do anything but run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3392424"/>
            <a:ext cx="5532120" cy="594360"/>
          </a:xfrm>
          <a:prstGeom prst="roundRect">
            <a:avLst>
              <a:gd name="adj" fmla="val 10769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39242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33924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Sanity — you can do anything except run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4105656"/>
            <a:ext cx="5532120" cy="594360"/>
          </a:xfrm>
          <a:prstGeom prst="roundRect">
            <a:avLst>
              <a:gd name="adj" fmla="val 10769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10565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89520" y="41056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Energy — every action becomes a coin flip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498348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Afflictions stick — with a shake-off roll each turn that grows more generous the longer you suffer.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DICE 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opens with a d20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hurt yourself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138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138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90138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0138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636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31636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1636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lands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3134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B2342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3134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73134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73134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damage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4904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physical table, you roll the die — your actual d20, for your attack or the monster's.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not to? The house rolls. Either way the roll is recorded, so the session stays perfectly replayable.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dice don't break the game's memory — they join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PLAYING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referee for every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cheating,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host advantage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3840480"/>
            <a:ext cx="212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Nobody's device decides anything. Every move from every player goes through the same referee — the game itself.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138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check_b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desyncs,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09594" y="3840480"/>
            <a:ext cx="212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nothing to fall out of sync with. Every screen is a window on the same game, told the same things.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1092" y="3840480"/>
            <a:ext cx="212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your handful of actions; when they're spent, they're spent. The referee won't take a fifth.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73134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scro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13677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ledger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92590" y="3840480"/>
            <a:ext cx="212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reload exactly; whole sessions replay to the last roll. The game cannot mis-remember.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YOUR CAMPAIGNS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campaign is a text file you can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3977640"/>
          </a:xfrm>
          <a:prstGeom prst="roundRect">
            <a:avLst>
              <a:gd name="adj" fmla="val 1609"/>
            </a:avLst>
          </a:prstGeom>
          <a:solidFill>
            <a:srgbClr val="13101B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  The Cellar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"Cold air rises through the dark."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DOOR   Iron Door — needs: cellar 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   Caretaker — ask about "cellar"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 opens the cellar."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 Dread — gnaws at whoever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walks without a lantern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977640"/>
          </a:xfrm>
          <a:prstGeom prst="roundRect">
            <a:avLst>
              <a:gd name="adj" fmla="val 160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82880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No secret tools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House is written in exactly this format. Whatever we can make the game do, you can.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broken mod can't hurt you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load with an error; it cannot corrupt a save. The worst a bad mod can be is boring.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Write once, play everywhere — </a:t>
            </a:r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campaign runs in the browser, on desktop, online, and on the physical board. You do nothing extra.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ambition: as moddable as DOOM. The honest gap: one-file sharing is still being built — the format is done; the loading dock isn't.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THE BOARD, AND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still to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3611880"/>
            <a:ext cx="21282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E-ink tiles repaint as you explore — fog-of-war for real. Pieces the board recognizes on touch. Player dashboards. The dice tray. Already runs as an on-screen simulator.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138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ghos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 / AR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09594" y="3611880"/>
            <a:ext cx="21282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around you, or ghost-light over the real tiles.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zap_b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1092" y="3611880"/>
            <a:ext cx="21282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by speaking. The narration was born for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73134" y="1645920"/>
            <a:ext cx="2567178" cy="347472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13677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Discord &amp; streams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92590" y="3611880"/>
            <a:ext cx="21282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holding a seat; spectator views watching the ledger live.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2960" y="55321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together: the board is just another window onto the same brain.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haunted house. One set of rules.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— screen, board, headset, or your kitchen table with real dice —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window on the same game.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friends. Bring your mods. Bring your own d20.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github.com/daniel0mullins/WickedWays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Haunted House — showcase</dc:title>
  <dc:subject>PptxGenJS Presentation</dc:subject>
  <dc:creator>Wicked Ways</dc:creator>
  <cp:lastModifiedBy>Wicked Ways</cp:lastModifiedBy>
  <cp:revision>1</cp:revision>
  <dcterms:created xsi:type="dcterms:W3CDTF">2026-08-04T18:46:17Z</dcterms:created>
  <dcterms:modified xsi:type="dcterms:W3CDTF">2026-08-04T18:46:17Z</dcterms:modified>
</cp:coreProperties>
</file>